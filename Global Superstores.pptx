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saveSubsetFonts="1" autoCompressPictures="0">
  <p:sldMasterIdLst>
    <p:sldMasterId id="2147483659" r:id="rId1"/>
  </p:sldMasterIdLst>
  <p:notesMasterIdLst>
    <p:notesMasterId r:id="rId16"/>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Lst>
  <p:sldSz cx="9144000" cy="5143500" type="screen16x9"/>
  <p:notesSz cx="6858000" cy="9144000"/>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1620">
          <p15:clr>
            <a:srgbClr val="747775"/>
          </p15:clr>
        </p15:guide>
        <p15:guide id="2" pos="2880">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p:cViewPr varScale="1">
        <p:scale>
          <a:sx n="90" d="100"/>
          <a:sy n="90" d="100"/>
        </p:scale>
        <p:origin x="996" y="-204"/>
      </p:cViewPr>
      <p:guideLst>
        <p:guide orient="horz" pos="1620"/>
        <p:guide pos="288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notesMaster" Target="notesMasters/notesMaster1.xml"/><Relationship Id="rId20"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381300" y="685800"/>
            <a:ext cx="609607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298450">
              <a:spcBef>
                <a:spcPts val="0"/>
              </a:spcBef>
              <a:spcAft>
                <a:spcPts val="0"/>
              </a:spcAft>
              <a:buSzPts val="1100"/>
              <a:buChar char="●"/>
              <a:defRPr sz="1100"/>
            </a:lvl1pPr>
            <a:lvl2pPr marL="914400" lvl="1" indent="-298450">
              <a:spcBef>
                <a:spcPts val="0"/>
              </a:spcBef>
              <a:spcAft>
                <a:spcPts val="0"/>
              </a:spcAft>
              <a:buSzPts val="1100"/>
              <a:buChar char="○"/>
              <a:defRPr sz="1100"/>
            </a:lvl2pPr>
            <a:lvl3pPr marL="1371600" lvl="2" indent="-298450">
              <a:spcBef>
                <a:spcPts val="0"/>
              </a:spcBef>
              <a:spcAft>
                <a:spcPts val="0"/>
              </a:spcAft>
              <a:buSzPts val="1100"/>
              <a:buChar char="■"/>
              <a:defRPr sz="1100"/>
            </a:lvl3pPr>
            <a:lvl4pPr marL="1828800" lvl="3" indent="-298450">
              <a:spcBef>
                <a:spcPts val="0"/>
              </a:spcBef>
              <a:spcAft>
                <a:spcPts val="0"/>
              </a:spcAft>
              <a:buSzPts val="1100"/>
              <a:buChar char="●"/>
              <a:defRPr sz="1100"/>
            </a:lvl4pPr>
            <a:lvl5pPr marL="2286000" lvl="4" indent="-298450">
              <a:spcBef>
                <a:spcPts val="0"/>
              </a:spcBef>
              <a:spcAft>
                <a:spcPts val="0"/>
              </a:spcAft>
              <a:buSzPts val="1100"/>
              <a:buChar char="○"/>
              <a:defRPr sz="1100"/>
            </a:lvl5pPr>
            <a:lvl6pPr marL="2743200" lvl="5" indent="-298450">
              <a:spcBef>
                <a:spcPts val="0"/>
              </a:spcBef>
              <a:spcAft>
                <a:spcPts val="0"/>
              </a:spcAft>
              <a:buSzPts val="1100"/>
              <a:buChar char="■"/>
              <a:defRPr sz="1100"/>
            </a:lvl6pPr>
            <a:lvl7pPr marL="3200400" lvl="6" indent="-298450">
              <a:spcBef>
                <a:spcPts val="0"/>
              </a:spcBef>
              <a:spcAft>
                <a:spcPts val="0"/>
              </a:spcAft>
              <a:buSzPts val="1100"/>
              <a:buChar char="●"/>
              <a:defRPr sz="1100"/>
            </a:lvl7pPr>
            <a:lvl8pPr marL="3657600" lvl="7" indent="-298450">
              <a:spcBef>
                <a:spcPts val="0"/>
              </a:spcBef>
              <a:spcAft>
                <a:spcPts val="0"/>
              </a:spcAft>
              <a:buSzPts val="1100"/>
              <a:buChar char="○"/>
              <a:defRPr sz="1100"/>
            </a:lvl8pPr>
            <a:lvl9pPr marL="4114800" lvl="8" indent="-298450">
              <a:spcBef>
                <a:spcPts val="0"/>
              </a:spcBef>
              <a:spcAft>
                <a:spcPts val="0"/>
              </a:spcAft>
              <a:buSzPts val="1100"/>
              <a:buChar char="■"/>
              <a:defRPr sz="1100"/>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0"/>
        <p:cNvGrpSpPr/>
        <p:nvPr/>
      </p:nvGrpSpPr>
      <p:grpSpPr>
        <a:xfrm>
          <a:off x="0" y="0"/>
          <a:ext cx="0" cy="0"/>
          <a:chOff x="0" y="0"/>
          <a:chExt cx="0" cy="0"/>
        </a:xfrm>
      </p:grpSpPr>
      <p:sp>
        <p:nvSpPr>
          <p:cNvPr id="51" name="Google Shape;51;g3e7325fbd39_0_116: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2" name="Google Shape;52;g3e7325fbd39_0_11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5"/>
        <p:cNvGrpSpPr/>
        <p:nvPr/>
      </p:nvGrpSpPr>
      <p:grpSpPr>
        <a:xfrm>
          <a:off x="0" y="0"/>
          <a:ext cx="0" cy="0"/>
          <a:chOff x="0" y="0"/>
          <a:chExt cx="0" cy="0"/>
        </a:xfrm>
      </p:grpSpPr>
      <p:sp>
        <p:nvSpPr>
          <p:cNvPr id="56" name="Google Shape;56;g3e7325fbd39_0_129: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7" name="Google Shape;57;g3e7325fbd39_0_12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1"/>
        <p:cNvGrpSpPr/>
        <p:nvPr/>
      </p:nvGrpSpPr>
      <p:grpSpPr>
        <a:xfrm>
          <a:off x="0" y="0"/>
          <a:ext cx="0" cy="0"/>
          <a:chOff x="0" y="0"/>
          <a:chExt cx="0" cy="0"/>
        </a:xfrm>
      </p:grpSpPr>
      <p:sp>
        <p:nvSpPr>
          <p:cNvPr id="62" name="Google Shape;62;g3e7325fbd39_0_19: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3" name="Google Shape;63;g3e7325fbd39_0_1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7"/>
        <p:cNvGrpSpPr/>
        <p:nvPr/>
      </p:nvGrpSpPr>
      <p:grpSpPr>
        <a:xfrm>
          <a:off x="0" y="0"/>
          <a:ext cx="0" cy="0"/>
          <a:chOff x="0" y="0"/>
          <a:chExt cx="0" cy="0"/>
        </a:xfrm>
      </p:grpSpPr>
      <p:sp>
        <p:nvSpPr>
          <p:cNvPr id="68" name="Google Shape;68;g3e7325fbd39_0_1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9" name="Google Shape;69;g3e7325fbd39_0_1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3"/>
        <p:cNvGrpSpPr/>
        <p:nvPr/>
      </p:nvGrpSpPr>
      <p:grpSpPr>
        <a:xfrm>
          <a:off x="0" y="0"/>
          <a:ext cx="0" cy="0"/>
          <a:chOff x="0" y="0"/>
          <a:chExt cx="0" cy="0"/>
        </a:xfrm>
      </p:grpSpPr>
      <p:sp>
        <p:nvSpPr>
          <p:cNvPr id="74" name="Google Shape;74;g3e7325fbd39_0_3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75" name="Google Shape;75;g3e7325fbd39_0_3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9"/>
        <p:cNvGrpSpPr/>
        <p:nvPr/>
      </p:nvGrpSpPr>
      <p:grpSpPr>
        <a:xfrm>
          <a:off x="0" y="0"/>
          <a:ext cx="0" cy="0"/>
          <a:chOff x="0" y="0"/>
          <a:chExt cx="0" cy="0"/>
        </a:xfrm>
      </p:grpSpPr>
      <p:sp>
        <p:nvSpPr>
          <p:cNvPr id="80" name="Google Shape;80;g3e7325fbd39_0_123: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81" name="Google Shape;81;g3e7325fbd39_0_12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5"/>
        <p:cNvGrpSpPr/>
        <p:nvPr/>
      </p:nvGrpSpPr>
      <p:grpSpPr>
        <a:xfrm>
          <a:off x="0" y="0"/>
          <a:ext cx="0" cy="0"/>
          <a:chOff x="0" y="0"/>
          <a:chExt cx="0" cy="0"/>
        </a:xfrm>
      </p:grpSpPr>
      <p:sp>
        <p:nvSpPr>
          <p:cNvPr id="86" name="Google Shape;86;g3e7325fbd39_0_139: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87" name="Google Shape;87;g3e7325fbd39_0_13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1"/>
        <p:cNvGrpSpPr/>
        <p:nvPr/>
      </p:nvGrpSpPr>
      <p:grpSpPr>
        <a:xfrm>
          <a:off x="0" y="0"/>
          <a:ext cx="0" cy="0"/>
          <a:chOff x="0" y="0"/>
          <a:chExt cx="0" cy="0"/>
        </a:xfrm>
      </p:grpSpPr>
      <p:sp>
        <p:nvSpPr>
          <p:cNvPr id="92" name="Google Shape;92;g3e7325fbd39_0_146: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93" name="Google Shape;93;g3e7325fbd39_0_14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8"/>
        <p:cNvGrpSpPr/>
        <p:nvPr/>
      </p:nvGrpSpPr>
      <p:grpSpPr>
        <a:xfrm>
          <a:off x="0" y="0"/>
          <a:ext cx="0" cy="0"/>
          <a:chOff x="0" y="0"/>
          <a:chExt cx="0" cy="0"/>
        </a:xfrm>
      </p:grpSpPr>
      <p:sp>
        <p:nvSpPr>
          <p:cNvPr id="99" name="Google Shape;99;g3e7325fbd39_0_43: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00" name="Google Shape;100;g3e7325fbd39_0_4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4"/>
        <p:cNvGrpSpPr/>
        <p:nvPr/>
      </p:nvGrpSpPr>
      <p:grpSpPr>
        <a:xfrm>
          <a:off x="0" y="0"/>
          <a:ext cx="0" cy="0"/>
          <a:chOff x="0" y="0"/>
          <a:chExt cx="0" cy="0"/>
        </a:xfrm>
      </p:grpSpPr>
      <p:sp>
        <p:nvSpPr>
          <p:cNvPr id="105" name="Google Shape;105;g3e7325fbd39_0_49: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06" name="Google Shape;106;g3e7325fbd39_0_4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3"/>
        <p:cNvGrpSpPr/>
        <p:nvPr/>
      </p:nvGrpSpPr>
      <p:grpSpPr>
        <a:xfrm>
          <a:off x="0" y="0"/>
          <a:ext cx="0" cy="0"/>
          <a:chOff x="0" y="0"/>
          <a:chExt cx="0" cy="0"/>
        </a:xfrm>
      </p:grpSpPr>
      <p:sp>
        <p:nvSpPr>
          <p:cNvPr id="114" name="Google Shape;114;g3e7325fbd39_0_170: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15" name="Google Shape;115;g3e7325fbd39_0_17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0"/>
        <p:cNvGrpSpPr/>
        <p:nvPr/>
      </p:nvGrpSpPr>
      <p:grpSpPr>
        <a:xfrm>
          <a:off x="0" y="0"/>
          <a:ext cx="0" cy="0"/>
          <a:chOff x="0" y="0"/>
          <a:chExt cx="0" cy="0"/>
        </a:xfrm>
      </p:grpSpPr>
      <p:sp>
        <p:nvSpPr>
          <p:cNvPr id="121" name="Google Shape;121;g3e7325fbd39_0_163: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22" name="Google Shape;122;g3e7325fbd39_0_16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7"/>
        <p:cNvGrpSpPr/>
        <p:nvPr/>
      </p:nvGrpSpPr>
      <p:grpSpPr>
        <a:xfrm>
          <a:off x="0" y="0"/>
          <a:ext cx="0" cy="0"/>
          <a:chOff x="0" y="0"/>
          <a:chExt cx="0" cy="0"/>
        </a:xfrm>
      </p:grpSpPr>
      <p:sp>
        <p:nvSpPr>
          <p:cNvPr id="128" name="Google Shape;128;g3ea305341ac_0_0: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29" name="Google Shape;129;g3ea305341ac_0_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3"/>
        <p:cNvGrpSpPr/>
        <p:nvPr/>
      </p:nvGrpSpPr>
      <p:grpSpPr>
        <a:xfrm>
          <a:off x="0" y="0"/>
          <a:ext cx="0" cy="0"/>
          <a:chOff x="0" y="0"/>
          <a:chExt cx="0" cy="0"/>
        </a:xfrm>
      </p:grpSpPr>
      <p:sp>
        <p:nvSpPr>
          <p:cNvPr id="134" name="Google Shape;134;g3e7325fbd39_0_5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35" name="Google Shape;135;g3e7325fbd39_0_5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9"/>
        <p:cNvGrpSpPr/>
        <p:nvPr/>
      </p:nvGrpSpPr>
      <p:grpSpPr>
        <a:xfrm>
          <a:off x="0" y="0"/>
          <a:ext cx="0" cy="0"/>
          <a:chOff x="0" y="0"/>
          <a:chExt cx="0" cy="0"/>
        </a:xfrm>
      </p:grpSpPr>
      <p:sp>
        <p:nvSpPr>
          <p:cNvPr id="10" name="Google Shape;10;p2"/>
          <p:cNvSpPr txBox="1">
            <a:spLocks noGrp="1"/>
          </p:cNvSpPr>
          <p:nvPr>
            <p:ph type="ctrTitle"/>
          </p:nvPr>
        </p:nvSpPr>
        <p:spPr>
          <a:xfrm>
            <a:off x="311708" y="744575"/>
            <a:ext cx="8520600" cy="2052600"/>
          </a:xfrm>
          <a:prstGeom prst="rect">
            <a:avLst/>
          </a:prstGeom>
        </p:spPr>
        <p:txBody>
          <a:bodyPr spcFirstLastPara="1" wrap="square" lIns="91425" tIns="91425" rIns="91425" bIns="91425" anchor="b" anchorCtr="0">
            <a:normAutofit/>
          </a:bodyPr>
          <a:lstStyle>
            <a:lvl1pPr lvl="0" algn="ctr">
              <a:spcBef>
                <a:spcPts val="0"/>
              </a:spcBef>
              <a:spcAft>
                <a:spcPts val="0"/>
              </a:spcAft>
              <a:buSzPts val="5200"/>
              <a:buNone/>
              <a:defRPr sz="5200"/>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a:endParaRPr/>
          </a:p>
        </p:txBody>
      </p:sp>
      <p:sp>
        <p:nvSpPr>
          <p:cNvPr id="11" name="Google Shape;11;p2"/>
          <p:cNvSpPr txBox="1">
            <a:spLocks noGrp="1"/>
          </p:cNvSpPr>
          <p:nvPr>
            <p:ph type="subTitle" idx="1"/>
          </p:nvPr>
        </p:nvSpPr>
        <p:spPr>
          <a:xfrm>
            <a:off x="311700" y="2834125"/>
            <a:ext cx="8520600" cy="792600"/>
          </a:xfrm>
          <a:prstGeom prst="rect">
            <a:avLst/>
          </a:prstGeom>
        </p:spPr>
        <p:txBody>
          <a:bodyPr spcFirstLastPara="1" wrap="square" lIns="91425" tIns="91425" rIns="91425" bIns="91425" anchor="t" anchorCtr="0">
            <a:norm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a:endParaRPr/>
          </a:p>
        </p:txBody>
      </p:sp>
      <p:sp>
        <p:nvSpPr>
          <p:cNvPr id="12" name="Google Shape;12;p2"/>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13"/>
        <p:cNvGrpSpPr/>
        <p:nvPr/>
      </p:nvGrpSpPr>
      <p:grpSpPr>
        <a:xfrm>
          <a:off x="0" y="0"/>
          <a:ext cx="0" cy="0"/>
          <a:chOff x="0" y="0"/>
          <a:chExt cx="0" cy="0"/>
        </a:xfrm>
      </p:grpSpPr>
      <p:sp>
        <p:nvSpPr>
          <p:cNvPr id="14" name="Google Shape;14;p3"/>
          <p:cNvSpPr txBox="1">
            <a:spLocks noGrp="1"/>
          </p:cNvSpPr>
          <p:nvPr>
            <p:ph type="title"/>
          </p:nvPr>
        </p:nvSpPr>
        <p:spPr>
          <a:xfrm>
            <a:off x="311700" y="2150850"/>
            <a:ext cx="8520600" cy="841800"/>
          </a:xfrm>
          <a:prstGeom prst="rect">
            <a:avLst/>
          </a:prstGeom>
        </p:spPr>
        <p:txBody>
          <a:bodyPr spcFirstLastPara="1" wrap="square" lIns="91425" tIns="91425" rIns="91425" bIns="91425" anchor="ctr" anchorCtr="0">
            <a:normAutofit/>
          </a:bodyPr>
          <a:lstStyle>
            <a:lvl1pPr lvl="0" algn="ctr">
              <a:spcBef>
                <a:spcPts val="0"/>
              </a:spcBef>
              <a:spcAft>
                <a:spcPts val="0"/>
              </a:spcAft>
              <a:buSzPts val="3600"/>
              <a:buNone/>
              <a:defRPr sz="36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a:endParaRPr/>
          </a:p>
        </p:txBody>
      </p:sp>
      <p:sp>
        <p:nvSpPr>
          <p:cNvPr id="15" name="Google Shape;15;p3"/>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itle and body" type="tx">
  <p:cSld name="TITLE_AND_BODY">
    <p:spTree>
      <p:nvGrpSpPr>
        <p:cNvPr id="1" name="Shape 16"/>
        <p:cNvGrpSpPr/>
        <p:nvPr/>
      </p:nvGrpSpPr>
      <p:grpSpPr>
        <a:xfrm>
          <a:off x="0" y="0"/>
          <a:ext cx="0" cy="0"/>
          <a:chOff x="0" y="0"/>
          <a:chExt cx="0" cy="0"/>
        </a:xfrm>
      </p:grpSpPr>
      <p:sp>
        <p:nvSpPr>
          <p:cNvPr id="17" name="Google Shape;17;p4"/>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a:endParaRPr/>
          </a:p>
        </p:txBody>
      </p:sp>
      <p:sp>
        <p:nvSpPr>
          <p:cNvPr id="18" name="Google Shape;18;p4"/>
          <p:cNvSpPr txBox="1">
            <a:spLocks noGrp="1"/>
          </p:cNvSpPr>
          <p:nvPr>
            <p:ph type="body" idx="1"/>
          </p:nvPr>
        </p:nvSpPr>
        <p:spPr>
          <a:xfrm>
            <a:off x="311700" y="1152475"/>
            <a:ext cx="8520600" cy="3416400"/>
          </a:xfrm>
          <a:prstGeom prst="rect">
            <a:avLst/>
          </a:prstGeom>
        </p:spPr>
        <p:txBody>
          <a:bodyPr spcFirstLastPara="1" wrap="square" lIns="91425" tIns="91425" rIns="91425" bIns="91425" anchor="t" anchorCtr="0">
            <a:normAutofit/>
          </a:bodyPr>
          <a:lstStyle>
            <a:lvl1pPr marL="457200" lvl="0" indent="-342900">
              <a:spcBef>
                <a:spcPts val="0"/>
              </a:spcBef>
              <a:spcAft>
                <a:spcPts val="0"/>
              </a:spcAft>
              <a:buSzPts val="1800"/>
              <a:buChar char="●"/>
              <a:defRPr/>
            </a:lvl1pPr>
            <a:lvl2pPr marL="914400" lvl="1" indent="-317500">
              <a:spcBef>
                <a:spcPts val="0"/>
              </a:spcBef>
              <a:spcAft>
                <a:spcPts val="0"/>
              </a:spcAft>
              <a:buSzPts val="1400"/>
              <a:buChar char="○"/>
              <a:defRPr/>
            </a:lvl2pPr>
            <a:lvl3pPr marL="1371600" lvl="2" indent="-317500">
              <a:spcBef>
                <a:spcPts val="0"/>
              </a:spcBef>
              <a:spcAft>
                <a:spcPts val="0"/>
              </a:spcAft>
              <a:buSzPts val="1400"/>
              <a:buChar char="■"/>
              <a:defRPr/>
            </a:lvl3pPr>
            <a:lvl4pPr marL="1828800" lvl="3" indent="-317500">
              <a:spcBef>
                <a:spcPts val="0"/>
              </a:spcBef>
              <a:spcAft>
                <a:spcPts val="0"/>
              </a:spcAft>
              <a:buSzPts val="1400"/>
              <a:buChar char="●"/>
              <a:defRPr/>
            </a:lvl4pPr>
            <a:lvl5pPr marL="2286000" lvl="4" indent="-317500">
              <a:spcBef>
                <a:spcPts val="0"/>
              </a:spcBef>
              <a:spcAft>
                <a:spcPts val="0"/>
              </a:spcAft>
              <a:buSzPts val="1400"/>
              <a:buChar char="○"/>
              <a:defRPr/>
            </a:lvl5pPr>
            <a:lvl6pPr marL="2743200" lvl="5" indent="-317500">
              <a:spcBef>
                <a:spcPts val="0"/>
              </a:spcBef>
              <a:spcAft>
                <a:spcPts val="0"/>
              </a:spcAft>
              <a:buSzPts val="1400"/>
              <a:buChar char="■"/>
              <a:defRPr/>
            </a:lvl6pPr>
            <a:lvl7pPr marL="3200400" lvl="6" indent="-317500">
              <a:spcBef>
                <a:spcPts val="0"/>
              </a:spcBef>
              <a:spcAft>
                <a:spcPts val="0"/>
              </a:spcAft>
              <a:buSzPts val="1400"/>
              <a:buChar char="●"/>
              <a:defRPr/>
            </a:lvl7pPr>
            <a:lvl8pPr marL="3657600" lvl="7" indent="-317500">
              <a:spcBef>
                <a:spcPts val="0"/>
              </a:spcBef>
              <a:spcAft>
                <a:spcPts val="0"/>
              </a:spcAft>
              <a:buSzPts val="1400"/>
              <a:buChar char="○"/>
              <a:defRPr/>
            </a:lvl8pPr>
            <a:lvl9pPr marL="4114800" lvl="8" indent="-317500">
              <a:spcBef>
                <a:spcPts val="0"/>
              </a:spcBef>
              <a:spcAft>
                <a:spcPts val="0"/>
              </a:spcAft>
              <a:buSzPts val="1400"/>
              <a:buChar char="■"/>
              <a:defRPr/>
            </a:lvl9pPr>
          </a:lstStyle>
          <a:p>
            <a:endParaRPr/>
          </a:p>
        </p:txBody>
      </p:sp>
      <p:sp>
        <p:nvSpPr>
          <p:cNvPr id="19" name="Google Shape;19;p4"/>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Title and two columns" type="twoColTx">
  <p:cSld name="TITLE_AND_TWO_COLUMNS">
    <p:spTree>
      <p:nvGrpSpPr>
        <p:cNvPr id="1" name="Shape 20"/>
        <p:cNvGrpSpPr/>
        <p:nvPr/>
      </p:nvGrpSpPr>
      <p:grpSpPr>
        <a:xfrm>
          <a:off x="0" y="0"/>
          <a:ext cx="0" cy="0"/>
          <a:chOff x="0" y="0"/>
          <a:chExt cx="0" cy="0"/>
        </a:xfrm>
      </p:grpSpPr>
      <p:sp>
        <p:nvSpPr>
          <p:cNvPr id="21" name="Google Shape;21;p5"/>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a:endParaRPr/>
          </a:p>
        </p:txBody>
      </p:sp>
      <p:sp>
        <p:nvSpPr>
          <p:cNvPr id="22" name="Google Shape;22;p5"/>
          <p:cNvSpPr txBox="1">
            <a:spLocks noGrp="1"/>
          </p:cNvSpPr>
          <p:nvPr>
            <p:ph type="body" idx="1"/>
          </p:nvPr>
        </p:nvSpPr>
        <p:spPr>
          <a:xfrm>
            <a:off x="311700" y="1152475"/>
            <a:ext cx="3999900" cy="3416400"/>
          </a:xfrm>
          <a:prstGeom prst="rect">
            <a:avLst/>
          </a:prstGeom>
        </p:spPr>
        <p:txBody>
          <a:bodyPr spcFirstLastPara="1" wrap="square" lIns="91425" tIns="91425" rIns="91425" bIns="91425" anchor="t" anchorCtr="0">
            <a:normAutofit/>
          </a:bodyPr>
          <a:lstStyle>
            <a:lvl1pPr marL="457200" lvl="0" indent="-317500">
              <a:spcBef>
                <a:spcPts val="0"/>
              </a:spcBef>
              <a:spcAft>
                <a:spcPts val="0"/>
              </a:spcAft>
              <a:buSzPts val="1400"/>
              <a:buChar char="●"/>
              <a:defRPr sz="1400"/>
            </a:lvl1pPr>
            <a:lvl2pPr marL="914400" lvl="1" indent="-304800">
              <a:spcBef>
                <a:spcPts val="0"/>
              </a:spcBef>
              <a:spcAft>
                <a:spcPts val="0"/>
              </a:spcAft>
              <a:buSzPts val="1200"/>
              <a:buChar char="○"/>
              <a:defRPr sz="1200"/>
            </a:lvl2pPr>
            <a:lvl3pPr marL="1371600" lvl="2" indent="-304800">
              <a:spcBef>
                <a:spcPts val="0"/>
              </a:spcBef>
              <a:spcAft>
                <a:spcPts val="0"/>
              </a:spcAft>
              <a:buSzPts val="1200"/>
              <a:buChar char="■"/>
              <a:defRPr sz="1200"/>
            </a:lvl3pPr>
            <a:lvl4pPr marL="1828800" lvl="3" indent="-304800">
              <a:spcBef>
                <a:spcPts val="0"/>
              </a:spcBef>
              <a:spcAft>
                <a:spcPts val="0"/>
              </a:spcAft>
              <a:buSzPts val="1200"/>
              <a:buChar char="●"/>
              <a:defRPr sz="1200"/>
            </a:lvl4pPr>
            <a:lvl5pPr marL="2286000" lvl="4" indent="-304800">
              <a:spcBef>
                <a:spcPts val="0"/>
              </a:spcBef>
              <a:spcAft>
                <a:spcPts val="0"/>
              </a:spcAft>
              <a:buSzPts val="1200"/>
              <a:buChar char="○"/>
              <a:defRPr sz="1200"/>
            </a:lvl5pPr>
            <a:lvl6pPr marL="2743200" lvl="5" indent="-304800">
              <a:spcBef>
                <a:spcPts val="0"/>
              </a:spcBef>
              <a:spcAft>
                <a:spcPts val="0"/>
              </a:spcAft>
              <a:buSzPts val="1200"/>
              <a:buChar char="■"/>
              <a:defRPr sz="1200"/>
            </a:lvl6pPr>
            <a:lvl7pPr marL="3200400" lvl="6" indent="-304800">
              <a:spcBef>
                <a:spcPts val="0"/>
              </a:spcBef>
              <a:spcAft>
                <a:spcPts val="0"/>
              </a:spcAft>
              <a:buSzPts val="1200"/>
              <a:buChar char="●"/>
              <a:defRPr sz="1200"/>
            </a:lvl7pPr>
            <a:lvl8pPr marL="3657600" lvl="7" indent="-304800">
              <a:spcBef>
                <a:spcPts val="0"/>
              </a:spcBef>
              <a:spcAft>
                <a:spcPts val="0"/>
              </a:spcAft>
              <a:buSzPts val="1200"/>
              <a:buChar char="○"/>
              <a:defRPr sz="1200"/>
            </a:lvl8pPr>
            <a:lvl9pPr marL="4114800" lvl="8" indent="-304800">
              <a:spcBef>
                <a:spcPts val="0"/>
              </a:spcBef>
              <a:spcAft>
                <a:spcPts val="0"/>
              </a:spcAft>
              <a:buSzPts val="1200"/>
              <a:buChar char="■"/>
              <a:defRPr sz="1200"/>
            </a:lvl9pPr>
          </a:lstStyle>
          <a:p>
            <a:endParaRPr/>
          </a:p>
        </p:txBody>
      </p:sp>
      <p:sp>
        <p:nvSpPr>
          <p:cNvPr id="23" name="Google Shape;23;p5"/>
          <p:cNvSpPr txBox="1">
            <a:spLocks noGrp="1"/>
          </p:cNvSpPr>
          <p:nvPr>
            <p:ph type="body" idx="2"/>
          </p:nvPr>
        </p:nvSpPr>
        <p:spPr>
          <a:xfrm>
            <a:off x="4832400" y="1152475"/>
            <a:ext cx="3999900" cy="3416400"/>
          </a:xfrm>
          <a:prstGeom prst="rect">
            <a:avLst/>
          </a:prstGeom>
        </p:spPr>
        <p:txBody>
          <a:bodyPr spcFirstLastPara="1" wrap="square" lIns="91425" tIns="91425" rIns="91425" bIns="91425" anchor="t" anchorCtr="0">
            <a:normAutofit/>
          </a:bodyPr>
          <a:lstStyle>
            <a:lvl1pPr marL="457200" lvl="0" indent="-317500">
              <a:spcBef>
                <a:spcPts val="0"/>
              </a:spcBef>
              <a:spcAft>
                <a:spcPts val="0"/>
              </a:spcAft>
              <a:buSzPts val="1400"/>
              <a:buChar char="●"/>
              <a:defRPr sz="1400"/>
            </a:lvl1pPr>
            <a:lvl2pPr marL="914400" lvl="1" indent="-304800">
              <a:spcBef>
                <a:spcPts val="0"/>
              </a:spcBef>
              <a:spcAft>
                <a:spcPts val="0"/>
              </a:spcAft>
              <a:buSzPts val="1200"/>
              <a:buChar char="○"/>
              <a:defRPr sz="1200"/>
            </a:lvl2pPr>
            <a:lvl3pPr marL="1371600" lvl="2" indent="-304800">
              <a:spcBef>
                <a:spcPts val="0"/>
              </a:spcBef>
              <a:spcAft>
                <a:spcPts val="0"/>
              </a:spcAft>
              <a:buSzPts val="1200"/>
              <a:buChar char="■"/>
              <a:defRPr sz="1200"/>
            </a:lvl3pPr>
            <a:lvl4pPr marL="1828800" lvl="3" indent="-304800">
              <a:spcBef>
                <a:spcPts val="0"/>
              </a:spcBef>
              <a:spcAft>
                <a:spcPts val="0"/>
              </a:spcAft>
              <a:buSzPts val="1200"/>
              <a:buChar char="●"/>
              <a:defRPr sz="1200"/>
            </a:lvl4pPr>
            <a:lvl5pPr marL="2286000" lvl="4" indent="-304800">
              <a:spcBef>
                <a:spcPts val="0"/>
              </a:spcBef>
              <a:spcAft>
                <a:spcPts val="0"/>
              </a:spcAft>
              <a:buSzPts val="1200"/>
              <a:buChar char="○"/>
              <a:defRPr sz="1200"/>
            </a:lvl5pPr>
            <a:lvl6pPr marL="2743200" lvl="5" indent="-304800">
              <a:spcBef>
                <a:spcPts val="0"/>
              </a:spcBef>
              <a:spcAft>
                <a:spcPts val="0"/>
              </a:spcAft>
              <a:buSzPts val="1200"/>
              <a:buChar char="■"/>
              <a:defRPr sz="1200"/>
            </a:lvl6pPr>
            <a:lvl7pPr marL="3200400" lvl="6" indent="-304800">
              <a:spcBef>
                <a:spcPts val="0"/>
              </a:spcBef>
              <a:spcAft>
                <a:spcPts val="0"/>
              </a:spcAft>
              <a:buSzPts val="1200"/>
              <a:buChar char="●"/>
              <a:defRPr sz="1200"/>
            </a:lvl7pPr>
            <a:lvl8pPr marL="3657600" lvl="7" indent="-304800">
              <a:spcBef>
                <a:spcPts val="0"/>
              </a:spcBef>
              <a:spcAft>
                <a:spcPts val="0"/>
              </a:spcAft>
              <a:buSzPts val="1200"/>
              <a:buChar char="○"/>
              <a:defRPr sz="1200"/>
            </a:lvl8pPr>
            <a:lvl9pPr marL="4114800" lvl="8" indent="-304800">
              <a:spcBef>
                <a:spcPts val="0"/>
              </a:spcBef>
              <a:spcAft>
                <a:spcPts val="0"/>
              </a:spcAft>
              <a:buSzPts val="1200"/>
              <a:buChar char="■"/>
              <a:defRPr sz="1200"/>
            </a:lvl9pPr>
          </a:lstStyle>
          <a:p>
            <a:endParaRPr/>
          </a:p>
        </p:txBody>
      </p:sp>
      <p:sp>
        <p:nvSpPr>
          <p:cNvPr id="24" name="Google Shape;24;p5"/>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25"/>
        <p:cNvGrpSpPr/>
        <p:nvPr/>
      </p:nvGrpSpPr>
      <p:grpSpPr>
        <a:xfrm>
          <a:off x="0" y="0"/>
          <a:ext cx="0" cy="0"/>
          <a:chOff x="0" y="0"/>
          <a:chExt cx="0" cy="0"/>
        </a:xfrm>
      </p:grpSpPr>
      <p:sp>
        <p:nvSpPr>
          <p:cNvPr id="26" name="Google Shape;26;p6"/>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a:endParaRPr/>
          </a:p>
        </p:txBody>
      </p:sp>
      <p:sp>
        <p:nvSpPr>
          <p:cNvPr id="27" name="Google Shape;27;p6"/>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One column text">
  <p:cSld name="ONE_COLUMN_TEXT">
    <p:spTree>
      <p:nvGrpSpPr>
        <p:cNvPr id="1" name="Shape 28"/>
        <p:cNvGrpSpPr/>
        <p:nvPr/>
      </p:nvGrpSpPr>
      <p:grpSpPr>
        <a:xfrm>
          <a:off x="0" y="0"/>
          <a:ext cx="0" cy="0"/>
          <a:chOff x="0" y="0"/>
          <a:chExt cx="0" cy="0"/>
        </a:xfrm>
      </p:grpSpPr>
      <p:sp>
        <p:nvSpPr>
          <p:cNvPr id="29" name="Google Shape;29;p7"/>
          <p:cNvSpPr txBox="1">
            <a:spLocks noGrp="1"/>
          </p:cNvSpPr>
          <p:nvPr>
            <p:ph type="title"/>
          </p:nvPr>
        </p:nvSpPr>
        <p:spPr>
          <a:xfrm>
            <a:off x="311700" y="555600"/>
            <a:ext cx="2808000" cy="755700"/>
          </a:xfrm>
          <a:prstGeom prst="rect">
            <a:avLst/>
          </a:prstGeom>
        </p:spPr>
        <p:txBody>
          <a:bodyPr spcFirstLastPara="1" wrap="square" lIns="91425" tIns="91425" rIns="91425" bIns="91425" anchor="b" anchorCtr="0">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a:endParaRPr/>
          </a:p>
        </p:txBody>
      </p:sp>
      <p:sp>
        <p:nvSpPr>
          <p:cNvPr id="30" name="Google Shape;30;p7"/>
          <p:cNvSpPr txBox="1">
            <a:spLocks noGrp="1"/>
          </p:cNvSpPr>
          <p:nvPr>
            <p:ph type="body" idx="1"/>
          </p:nvPr>
        </p:nvSpPr>
        <p:spPr>
          <a:xfrm>
            <a:off x="311700" y="1389600"/>
            <a:ext cx="2808000" cy="3179400"/>
          </a:xfrm>
          <a:prstGeom prst="rect">
            <a:avLst/>
          </a:prstGeom>
        </p:spPr>
        <p:txBody>
          <a:bodyPr spcFirstLastPara="1" wrap="square" lIns="91425" tIns="91425" rIns="91425" bIns="91425" anchor="t" anchorCtr="0">
            <a:normAutofit/>
          </a:bodyPr>
          <a:lstStyle>
            <a:lvl1pPr marL="457200" lvl="0" indent="-304800">
              <a:spcBef>
                <a:spcPts val="0"/>
              </a:spcBef>
              <a:spcAft>
                <a:spcPts val="0"/>
              </a:spcAft>
              <a:buSzPts val="1200"/>
              <a:buChar char="●"/>
              <a:defRPr sz="1200"/>
            </a:lvl1pPr>
            <a:lvl2pPr marL="914400" lvl="1" indent="-304800">
              <a:spcBef>
                <a:spcPts val="0"/>
              </a:spcBef>
              <a:spcAft>
                <a:spcPts val="0"/>
              </a:spcAft>
              <a:buSzPts val="1200"/>
              <a:buChar char="○"/>
              <a:defRPr sz="1200"/>
            </a:lvl2pPr>
            <a:lvl3pPr marL="1371600" lvl="2" indent="-304800">
              <a:spcBef>
                <a:spcPts val="0"/>
              </a:spcBef>
              <a:spcAft>
                <a:spcPts val="0"/>
              </a:spcAft>
              <a:buSzPts val="1200"/>
              <a:buChar char="■"/>
              <a:defRPr sz="1200"/>
            </a:lvl3pPr>
            <a:lvl4pPr marL="1828800" lvl="3" indent="-304800">
              <a:spcBef>
                <a:spcPts val="0"/>
              </a:spcBef>
              <a:spcAft>
                <a:spcPts val="0"/>
              </a:spcAft>
              <a:buSzPts val="1200"/>
              <a:buChar char="●"/>
              <a:defRPr sz="1200"/>
            </a:lvl4pPr>
            <a:lvl5pPr marL="2286000" lvl="4" indent="-304800">
              <a:spcBef>
                <a:spcPts val="0"/>
              </a:spcBef>
              <a:spcAft>
                <a:spcPts val="0"/>
              </a:spcAft>
              <a:buSzPts val="1200"/>
              <a:buChar char="○"/>
              <a:defRPr sz="1200"/>
            </a:lvl5pPr>
            <a:lvl6pPr marL="2743200" lvl="5" indent="-304800">
              <a:spcBef>
                <a:spcPts val="0"/>
              </a:spcBef>
              <a:spcAft>
                <a:spcPts val="0"/>
              </a:spcAft>
              <a:buSzPts val="1200"/>
              <a:buChar char="■"/>
              <a:defRPr sz="1200"/>
            </a:lvl6pPr>
            <a:lvl7pPr marL="3200400" lvl="6" indent="-304800">
              <a:spcBef>
                <a:spcPts val="0"/>
              </a:spcBef>
              <a:spcAft>
                <a:spcPts val="0"/>
              </a:spcAft>
              <a:buSzPts val="1200"/>
              <a:buChar char="●"/>
              <a:defRPr sz="1200"/>
            </a:lvl7pPr>
            <a:lvl8pPr marL="3657600" lvl="7" indent="-304800">
              <a:spcBef>
                <a:spcPts val="0"/>
              </a:spcBef>
              <a:spcAft>
                <a:spcPts val="0"/>
              </a:spcAft>
              <a:buSzPts val="1200"/>
              <a:buChar char="○"/>
              <a:defRPr sz="1200"/>
            </a:lvl8pPr>
            <a:lvl9pPr marL="4114800" lvl="8" indent="-304800">
              <a:spcBef>
                <a:spcPts val="0"/>
              </a:spcBef>
              <a:spcAft>
                <a:spcPts val="0"/>
              </a:spcAft>
              <a:buSzPts val="1200"/>
              <a:buChar char="■"/>
              <a:defRPr sz="1200"/>
            </a:lvl9pPr>
          </a:lstStyle>
          <a:p>
            <a:endParaRPr/>
          </a:p>
        </p:txBody>
      </p:sp>
      <p:sp>
        <p:nvSpPr>
          <p:cNvPr id="31" name="Google Shape;31;p7"/>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Main point">
  <p:cSld name="MAIN_POINT">
    <p:spTree>
      <p:nvGrpSpPr>
        <p:cNvPr id="1" name="Shape 32"/>
        <p:cNvGrpSpPr/>
        <p:nvPr/>
      </p:nvGrpSpPr>
      <p:grpSpPr>
        <a:xfrm>
          <a:off x="0" y="0"/>
          <a:ext cx="0" cy="0"/>
          <a:chOff x="0" y="0"/>
          <a:chExt cx="0" cy="0"/>
        </a:xfrm>
      </p:grpSpPr>
      <p:sp>
        <p:nvSpPr>
          <p:cNvPr id="33" name="Google Shape;33;p8"/>
          <p:cNvSpPr txBox="1">
            <a:spLocks noGrp="1"/>
          </p:cNvSpPr>
          <p:nvPr>
            <p:ph type="title"/>
          </p:nvPr>
        </p:nvSpPr>
        <p:spPr>
          <a:xfrm>
            <a:off x="490250" y="450150"/>
            <a:ext cx="6367800" cy="4090800"/>
          </a:xfrm>
          <a:prstGeom prst="rect">
            <a:avLst/>
          </a:prstGeom>
        </p:spPr>
        <p:txBody>
          <a:bodyPr spcFirstLastPara="1" wrap="square" lIns="91425" tIns="91425" rIns="91425" bIns="91425" anchor="ctr" anchorCtr="0">
            <a:normAutofit/>
          </a:bodyPr>
          <a:lstStyle>
            <a:lvl1pPr lvl="0">
              <a:spcBef>
                <a:spcPts val="0"/>
              </a:spcBef>
              <a:spcAft>
                <a:spcPts val="0"/>
              </a:spcAft>
              <a:buSzPts val="4800"/>
              <a:buNone/>
              <a:defRPr sz="48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a:endParaRPr/>
          </a:p>
        </p:txBody>
      </p:sp>
      <p:sp>
        <p:nvSpPr>
          <p:cNvPr id="34" name="Google Shape;34;p8"/>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Section title and description">
  <p:cSld name="SECTION_TITLE_AND_DESCRIPTION">
    <p:spTree>
      <p:nvGrpSpPr>
        <p:cNvPr id="1" name="Shape 35"/>
        <p:cNvGrpSpPr/>
        <p:nvPr/>
      </p:nvGrpSpPr>
      <p:grpSpPr>
        <a:xfrm>
          <a:off x="0" y="0"/>
          <a:ext cx="0" cy="0"/>
          <a:chOff x="0" y="0"/>
          <a:chExt cx="0" cy="0"/>
        </a:xfrm>
      </p:grpSpPr>
      <p:sp>
        <p:nvSpPr>
          <p:cNvPr id="36" name="Google Shape;36;p9"/>
          <p:cNvSpPr/>
          <p:nvPr/>
        </p:nvSpPr>
        <p:spPr>
          <a:xfrm>
            <a:off x="4572000" y="-125"/>
            <a:ext cx="4572000" cy="5143500"/>
          </a:xfrm>
          <a:prstGeom prst="rect">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 name="Google Shape;37;p9"/>
          <p:cNvSpPr txBox="1">
            <a:spLocks noGrp="1"/>
          </p:cNvSpPr>
          <p:nvPr>
            <p:ph type="title"/>
          </p:nvPr>
        </p:nvSpPr>
        <p:spPr>
          <a:xfrm>
            <a:off x="265500" y="1233175"/>
            <a:ext cx="4045200" cy="1482300"/>
          </a:xfrm>
          <a:prstGeom prst="rect">
            <a:avLst/>
          </a:prstGeom>
        </p:spPr>
        <p:txBody>
          <a:bodyPr spcFirstLastPara="1" wrap="square" lIns="91425" tIns="91425" rIns="91425" bIns="91425" anchor="b" anchorCtr="0">
            <a:normAutofit/>
          </a:bodyPr>
          <a:lstStyle>
            <a:lvl1pPr lvl="0" algn="ctr">
              <a:spcBef>
                <a:spcPts val="0"/>
              </a:spcBef>
              <a:spcAft>
                <a:spcPts val="0"/>
              </a:spcAft>
              <a:buSzPts val="4200"/>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a:endParaRPr/>
          </a:p>
        </p:txBody>
      </p:sp>
      <p:sp>
        <p:nvSpPr>
          <p:cNvPr id="38" name="Google Shape;38;p9"/>
          <p:cNvSpPr txBox="1">
            <a:spLocks noGrp="1"/>
          </p:cNvSpPr>
          <p:nvPr>
            <p:ph type="subTitle" idx="1"/>
          </p:nvPr>
        </p:nvSpPr>
        <p:spPr>
          <a:xfrm>
            <a:off x="265500" y="2803075"/>
            <a:ext cx="4045200" cy="1235100"/>
          </a:xfrm>
          <a:prstGeom prst="rect">
            <a:avLst/>
          </a:prstGeom>
        </p:spPr>
        <p:txBody>
          <a:bodyPr spcFirstLastPara="1" wrap="square" lIns="91425" tIns="91425" rIns="91425" bIns="91425" anchor="t" anchorCtr="0">
            <a:norm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a:endParaRPr/>
          </a:p>
        </p:txBody>
      </p:sp>
      <p:sp>
        <p:nvSpPr>
          <p:cNvPr id="39" name="Google Shape;39;p9"/>
          <p:cNvSpPr txBox="1">
            <a:spLocks noGrp="1"/>
          </p:cNvSpPr>
          <p:nvPr>
            <p:ph type="body" idx="2"/>
          </p:nvPr>
        </p:nvSpPr>
        <p:spPr>
          <a:xfrm>
            <a:off x="4939500" y="724075"/>
            <a:ext cx="3837000" cy="3695100"/>
          </a:xfrm>
          <a:prstGeom prst="rect">
            <a:avLst/>
          </a:prstGeom>
        </p:spPr>
        <p:txBody>
          <a:bodyPr spcFirstLastPara="1" wrap="square" lIns="91425" tIns="91425" rIns="91425" bIns="91425" anchor="ctr" anchorCtr="0">
            <a:normAutofit/>
          </a:bodyPr>
          <a:lstStyle>
            <a:lvl1pPr marL="457200" lvl="0" indent="-342900">
              <a:spcBef>
                <a:spcPts val="0"/>
              </a:spcBef>
              <a:spcAft>
                <a:spcPts val="0"/>
              </a:spcAft>
              <a:buSzPts val="1800"/>
              <a:buChar char="●"/>
              <a:defRPr/>
            </a:lvl1pPr>
            <a:lvl2pPr marL="914400" lvl="1" indent="-317500">
              <a:spcBef>
                <a:spcPts val="0"/>
              </a:spcBef>
              <a:spcAft>
                <a:spcPts val="0"/>
              </a:spcAft>
              <a:buSzPts val="1400"/>
              <a:buChar char="○"/>
              <a:defRPr/>
            </a:lvl2pPr>
            <a:lvl3pPr marL="1371600" lvl="2" indent="-317500">
              <a:spcBef>
                <a:spcPts val="0"/>
              </a:spcBef>
              <a:spcAft>
                <a:spcPts val="0"/>
              </a:spcAft>
              <a:buSzPts val="1400"/>
              <a:buChar char="■"/>
              <a:defRPr/>
            </a:lvl3pPr>
            <a:lvl4pPr marL="1828800" lvl="3" indent="-317500">
              <a:spcBef>
                <a:spcPts val="0"/>
              </a:spcBef>
              <a:spcAft>
                <a:spcPts val="0"/>
              </a:spcAft>
              <a:buSzPts val="1400"/>
              <a:buChar char="●"/>
              <a:defRPr/>
            </a:lvl4pPr>
            <a:lvl5pPr marL="2286000" lvl="4" indent="-317500">
              <a:spcBef>
                <a:spcPts val="0"/>
              </a:spcBef>
              <a:spcAft>
                <a:spcPts val="0"/>
              </a:spcAft>
              <a:buSzPts val="1400"/>
              <a:buChar char="○"/>
              <a:defRPr/>
            </a:lvl5pPr>
            <a:lvl6pPr marL="2743200" lvl="5" indent="-317500">
              <a:spcBef>
                <a:spcPts val="0"/>
              </a:spcBef>
              <a:spcAft>
                <a:spcPts val="0"/>
              </a:spcAft>
              <a:buSzPts val="1400"/>
              <a:buChar char="■"/>
              <a:defRPr/>
            </a:lvl6pPr>
            <a:lvl7pPr marL="3200400" lvl="6" indent="-317500">
              <a:spcBef>
                <a:spcPts val="0"/>
              </a:spcBef>
              <a:spcAft>
                <a:spcPts val="0"/>
              </a:spcAft>
              <a:buSzPts val="1400"/>
              <a:buChar char="●"/>
              <a:defRPr/>
            </a:lvl7pPr>
            <a:lvl8pPr marL="3657600" lvl="7" indent="-317500">
              <a:spcBef>
                <a:spcPts val="0"/>
              </a:spcBef>
              <a:spcAft>
                <a:spcPts val="0"/>
              </a:spcAft>
              <a:buSzPts val="1400"/>
              <a:buChar char="○"/>
              <a:defRPr/>
            </a:lvl8pPr>
            <a:lvl9pPr marL="4114800" lvl="8" indent="-317500">
              <a:spcBef>
                <a:spcPts val="0"/>
              </a:spcBef>
              <a:spcAft>
                <a:spcPts val="0"/>
              </a:spcAft>
              <a:buSzPts val="1400"/>
              <a:buChar char="■"/>
              <a:defRPr/>
            </a:lvl9pPr>
          </a:lstStyle>
          <a:p>
            <a:endParaRPr/>
          </a:p>
        </p:txBody>
      </p:sp>
      <p:sp>
        <p:nvSpPr>
          <p:cNvPr id="40" name="Google Shape;40;p9"/>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Caption">
  <p:cSld name="CAPTION_ONLY">
    <p:spTree>
      <p:nvGrpSpPr>
        <p:cNvPr id="1" name="Shape 41"/>
        <p:cNvGrpSpPr/>
        <p:nvPr/>
      </p:nvGrpSpPr>
      <p:grpSpPr>
        <a:xfrm>
          <a:off x="0" y="0"/>
          <a:ext cx="0" cy="0"/>
          <a:chOff x="0" y="0"/>
          <a:chExt cx="0" cy="0"/>
        </a:xfrm>
      </p:grpSpPr>
      <p:sp>
        <p:nvSpPr>
          <p:cNvPr id="42" name="Google Shape;42;p10"/>
          <p:cNvSpPr txBox="1">
            <a:spLocks noGrp="1"/>
          </p:cNvSpPr>
          <p:nvPr>
            <p:ph type="body" idx="1"/>
          </p:nvPr>
        </p:nvSpPr>
        <p:spPr>
          <a:xfrm>
            <a:off x="311700" y="4230575"/>
            <a:ext cx="5998800" cy="605100"/>
          </a:xfrm>
          <a:prstGeom prst="rect">
            <a:avLst/>
          </a:prstGeom>
        </p:spPr>
        <p:txBody>
          <a:bodyPr spcFirstLastPara="1" wrap="square" lIns="91425" tIns="91425" rIns="91425" bIns="91425" anchor="ctr" anchorCtr="0">
            <a:normAutofit/>
          </a:bodyPr>
          <a:lstStyle>
            <a:lvl1pPr marL="457200" lvl="0" indent="-228600">
              <a:lnSpc>
                <a:spcPct val="100000"/>
              </a:lnSpc>
              <a:spcBef>
                <a:spcPts val="0"/>
              </a:spcBef>
              <a:spcAft>
                <a:spcPts val="0"/>
              </a:spcAft>
              <a:buSzPts val="1800"/>
              <a:buNone/>
              <a:defRPr/>
            </a:lvl1pPr>
          </a:lstStyle>
          <a:p>
            <a:endParaRPr/>
          </a:p>
        </p:txBody>
      </p:sp>
      <p:sp>
        <p:nvSpPr>
          <p:cNvPr id="43" name="Google Shape;43;p10"/>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Big number">
  <p:cSld name="BIG_NUMBER">
    <p:spTree>
      <p:nvGrpSpPr>
        <p:cNvPr id="1" name="Shape 44"/>
        <p:cNvGrpSpPr/>
        <p:nvPr/>
      </p:nvGrpSpPr>
      <p:grpSpPr>
        <a:xfrm>
          <a:off x="0" y="0"/>
          <a:ext cx="0" cy="0"/>
          <a:chOff x="0" y="0"/>
          <a:chExt cx="0" cy="0"/>
        </a:xfrm>
      </p:grpSpPr>
      <p:sp>
        <p:nvSpPr>
          <p:cNvPr id="45" name="Google Shape;45;p11"/>
          <p:cNvSpPr txBox="1">
            <a:spLocks noGrp="1"/>
          </p:cNvSpPr>
          <p:nvPr>
            <p:ph type="title" hasCustomPrompt="1"/>
          </p:nvPr>
        </p:nvSpPr>
        <p:spPr>
          <a:xfrm>
            <a:off x="311700" y="1106125"/>
            <a:ext cx="8520600" cy="1963500"/>
          </a:xfrm>
          <a:prstGeom prst="rect">
            <a:avLst/>
          </a:prstGeom>
        </p:spPr>
        <p:txBody>
          <a:bodyPr spcFirstLastPara="1" wrap="square" lIns="91425" tIns="91425" rIns="91425" bIns="91425" anchor="b" anchorCtr="0">
            <a:normAutofit/>
          </a:bodyPr>
          <a:lstStyle>
            <a:lvl1pPr lvl="0" algn="ctr">
              <a:spcBef>
                <a:spcPts val="0"/>
              </a:spcBef>
              <a:spcAft>
                <a:spcPts val="0"/>
              </a:spcAft>
              <a:buSzPts val="12000"/>
              <a:buNone/>
              <a:defRPr sz="12000"/>
            </a:lvl1pPr>
            <a:lvl2pPr lvl="1" algn="ctr">
              <a:spcBef>
                <a:spcPts val="0"/>
              </a:spcBef>
              <a:spcAft>
                <a:spcPts val="0"/>
              </a:spcAft>
              <a:buSzPts val="12000"/>
              <a:buNone/>
              <a:defRPr sz="12000"/>
            </a:lvl2pPr>
            <a:lvl3pPr lvl="2" algn="ctr">
              <a:spcBef>
                <a:spcPts val="0"/>
              </a:spcBef>
              <a:spcAft>
                <a:spcPts val="0"/>
              </a:spcAft>
              <a:buSzPts val="12000"/>
              <a:buNone/>
              <a:defRPr sz="12000"/>
            </a:lvl3pPr>
            <a:lvl4pPr lvl="3" algn="ctr">
              <a:spcBef>
                <a:spcPts val="0"/>
              </a:spcBef>
              <a:spcAft>
                <a:spcPts val="0"/>
              </a:spcAft>
              <a:buSzPts val="12000"/>
              <a:buNone/>
              <a:defRPr sz="12000"/>
            </a:lvl4pPr>
            <a:lvl5pPr lvl="4" algn="ctr">
              <a:spcBef>
                <a:spcPts val="0"/>
              </a:spcBef>
              <a:spcAft>
                <a:spcPts val="0"/>
              </a:spcAft>
              <a:buSzPts val="12000"/>
              <a:buNone/>
              <a:defRPr sz="12000"/>
            </a:lvl5pPr>
            <a:lvl6pPr lvl="5" algn="ctr">
              <a:spcBef>
                <a:spcPts val="0"/>
              </a:spcBef>
              <a:spcAft>
                <a:spcPts val="0"/>
              </a:spcAft>
              <a:buSzPts val="12000"/>
              <a:buNone/>
              <a:defRPr sz="12000"/>
            </a:lvl6pPr>
            <a:lvl7pPr lvl="6" algn="ctr">
              <a:spcBef>
                <a:spcPts val="0"/>
              </a:spcBef>
              <a:spcAft>
                <a:spcPts val="0"/>
              </a:spcAft>
              <a:buSzPts val="12000"/>
              <a:buNone/>
              <a:defRPr sz="12000"/>
            </a:lvl7pPr>
            <a:lvl8pPr lvl="7" algn="ctr">
              <a:spcBef>
                <a:spcPts val="0"/>
              </a:spcBef>
              <a:spcAft>
                <a:spcPts val="0"/>
              </a:spcAft>
              <a:buSzPts val="12000"/>
              <a:buNone/>
              <a:defRPr sz="12000"/>
            </a:lvl8pPr>
            <a:lvl9pPr lvl="8" algn="ctr">
              <a:spcBef>
                <a:spcPts val="0"/>
              </a:spcBef>
              <a:spcAft>
                <a:spcPts val="0"/>
              </a:spcAft>
              <a:buSzPts val="12000"/>
              <a:buNone/>
              <a:defRPr sz="12000"/>
            </a:lvl9pPr>
          </a:lstStyle>
          <a:p>
            <a:r>
              <a:t>xx%</a:t>
            </a:r>
          </a:p>
        </p:txBody>
      </p:sp>
      <p:sp>
        <p:nvSpPr>
          <p:cNvPr id="46" name="Google Shape;46;p11"/>
          <p:cNvSpPr txBox="1">
            <a:spLocks noGrp="1"/>
          </p:cNvSpPr>
          <p:nvPr>
            <p:ph type="body" idx="1"/>
          </p:nvPr>
        </p:nvSpPr>
        <p:spPr>
          <a:xfrm>
            <a:off x="311700" y="3152225"/>
            <a:ext cx="8520600" cy="1300800"/>
          </a:xfrm>
          <a:prstGeom prst="rect">
            <a:avLst/>
          </a:prstGeom>
        </p:spPr>
        <p:txBody>
          <a:bodyPr spcFirstLastPara="1" wrap="square" lIns="91425" tIns="91425" rIns="91425" bIns="91425" anchor="t" anchorCtr="0">
            <a:normAutofit/>
          </a:bodyPr>
          <a:lstStyle>
            <a:lvl1pPr marL="457200" lvl="0" indent="-342900" algn="ctr">
              <a:spcBef>
                <a:spcPts val="0"/>
              </a:spcBef>
              <a:spcAft>
                <a:spcPts val="0"/>
              </a:spcAft>
              <a:buSzPts val="1800"/>
              <a:buChar char="●"/>
              <a:defRPr/>
            </a:lvl1pPr>
            <a:lvl2pPr marL="914400" lvl="1" indent="-317500" algn="ctr">
              <a:spcBef>
                <a:spcPts val="0"/>
              </a:spcBef>
              <a:spcAft>
                <a:spcPts val="0"/>
              </a:spcAft>
              <a:buSzPts val="1400"/>
              <a:buChar char="○"/>
              <a:defRPr/>
            </a:lvl2pPr>
            <a:lvl3pPr marL="1371600" lvl="2" indent="-317500" algn="ctr">
              <a:spcBef>
                <a:spcPts val="0"/>
              </a:spcBef>
              <a:spcAft>
                <a:spcPts val="0"/>
              </a:spcAft>
              <a:buSzPts val="1400"/>
              <a:buChar char="■"/>
              <a:defRPr/>
            </a:lvl3pPr>
            <a:lvl4pPr marL="1828800" lvl="3" indent="-317500" algn="ctr">
              <a:spcBef>
                <a:spcPts val="0"/>
              </a:spcBef>
              <a:spcAft>
                <a:spcPts val="0"/>
              </a:spcAft>
              <a:buSzPts val="1400"/>
              <a:buChar char="●"/>
              <a:defRPr/>
            </a:lvl4pPr>
            <a:lvl5pPr marL="2286000" lvl="4" indent="-317500" algn="ctr">
              <a:spcBef>
                <a:spcPts val="0"/>
              </a:spcBef>
              <a:spcAft>
                <a:spcPts val="0"/>
              </a:spcAft>
              <a:buSzPts val="1400"/>
              <a:buChar char="○"/>
              <a:defRPr/>
            </a:lvl5pPr>
            <a:lvl6pPr marL="2743200" lvl="5" indent="-317500" algn="ctr">
              <a:spcBef>
                <a:spcPts val="0"/>
              </a:spcBef>
              <a:spcAft>
                <a:spcPts val="0"/>
              </a:spcAft>
              <a:buSzPts val="1400"/>
              <a:buChar char="■"/>
              <a:defRPr/>
            </a:lvl6pPr>
            <a:lvl7pPr marL="3200400" lvl="6" indent="-317500" algn="ctr">
              <a:spcBef>
                <a:spcPts val="0"/>
              </a:spcBef>
              <a:spcAft>
                <a:spcPts val="0"/>
              </a:spcAft>
              <a:buSzPts val="1400"/>
              <a:buChar char="●"/>
              <a:defRPr/>
            </a:lvl7pPr>
            <a:lvl8pPr marL="3657600" lvl="7" indent="-317500" algn="ctr">
              <a:spcBef>
                <a:spcPts val="0"/>
              </a:spcBef>
              <a:spcAft>
                <a:spcPts val="0"/>
              </a:spcAft>
              <a:buSzPts val="1400"/>
              <a:buChar char="○"/>
              <a:defRPr/>
            </a:lvl8pPr>
            <a:lvl9pPr marL="4114800" lvl="8" indent="-317500" algn="ctr">
              <a:spcBef>
                <a:spcPts val="0"/>
              </a:spcBef>
              <a:spcAft>
                <a:spcPts val="0"/>
              </a:spcAft>
              <a:buSzPts val="1400"/>
              <a:buChar char="■"/>
              <a:defRPr/>
            </a:lvl9pPr>
          </a:lstStyle>
          <a:p>
            <a:endParaRPr/>
          </a:p>
        </p:txBody>
      </p:sp>
      <p:sp>
        <p:nvSpPr>
          <p:cNvPr id="47" name="Google Shape;47;p11"/>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48"/>
        <p:cNvGrpSpPr/>
        <p:nvPr/>
      </p:nvGrpSpPr>
      <p:grpSpPr>
        <a:xfrm>
          <a:off x="0" y="0"/>
          <a:ext cx="0" cy="0"/>
          <a:chOff x="0" y="0"/>
          <a:chExt cx="0" cy="0"/>
        </a:xfrm>
      </p:grpSpPr>
      <p:sp>
        <p:nvSpPr>
          <p:cNvPr id="49" name="Google Shape;49;p12"/>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simple-light-2">
    <p:bg>
      <p:bgPr>
        <a:solidFill>
          <a:schemeClr val="lt1"/>
        </a:solidFill>
        <a:effectLst/>
      </p:bgPr>
    </p:bg>
    <p:spTree>
      <p:nvGrpSpPr>
        <p:cNvPr id="1" name="Shape 5"/>
        <p:cNvGrpSpPr/>
        <p:nvPr/>
      </p:nvGrpSpPr>
      <p:grpSpPr>
        <a:xfrm>
          <a:off x="0" y="0"/>
          <a:ext cx="0" cy="0"/>
          <a:chOff x="0" y="0"/>
          <a:chExt cx="0" cy="0"/>
        </a:xfrm>
      </p:grpSpPr>
      <p:sp>
        <p:nvSpPr>
          <p:cNvPr id="6" name="Google Shape;6;p1"/>
          <p:cNvSpPr txBox="1">
            <a:spLocks noGrp="1"/>
          </p:cNvSpPr>
          <p:nvPr>
            <p:ph type="title"/>
          </p:nvPr>
        </p:nvSpPr>
        <p:spPr>
          <a:xfrm>
            <a:off x="311700" y="445025"/>
            <a:ext cx="8520600" cy="572700"/>
          </a:xfrm>
          <a:prstGeom prst="rect">
            <a:avLst/>
          </a:prstGeom>
          <a:noFill/>
          <a:ln>
            <a:noFill/>
          </a:ln>
        </p:spPr>
        <p:txBody>
          <a:bodyPr spcFirstLastPara="1" wrap="square" lIns="91425" tIns="91425" rIns="91425" bIns="91425" anchor="t" anchorCtr="0">
            <a:normAutofit/>
          </a:bodyPr>
          <a:lstStyle>
            <a:lvl1pPr lvl="0">
              <a:spcBef>
                <a:spcPts val="0"/>
              </a:spcBef>
              <a:spcAft>
                <a:spcPts val="0"/>
              </a:spcAft>
              <a:buClr>
                <a:schemeClr val="dk1"/>
              </a:buClr>
              <a:buSzPts val="2800"/>
              <a:buNone/>
              <a:defRPr sz="2800">
                <a:solidFill>
                  <a:schemeClr val="dk1"/>
                </a:solidFill>
              </a:defRPr>
            </a:lvl1pPr>
            <a:lvl2pPr lvl="1">
              <a:spcBef>
                <a:spcPts val="0"/>
              </a:spcBef>
              <a:spcAft>
                <a:spcPts val="0"/>
              </a:spcAft>
              <a:buClr>
                <a:schemeClr val="dk1"/>
              </a:buClr>
              <a:buSzPts val="2800"/>
              <a:buNone/>
              <a:defRPr sz="2800">
                <a:solidFill>
                  <a:schemeClr val="dk1"/>
                </a:solidFill>
              </a:defRPr>
            </a:lvl2pPr>
            <a:lvl3pPr lvl="2">
              <a:spcBef>
                <a:spcPts val="0"/>
              </a:spcBef>
              <a:spcAft>
                <a:spcPts val="0"/>
              </a:spcAft>
              <a:buClr>
                <a:schemeClr val="dk1"/>
              </a:buClr>
              <a:buSzPts val="2800"/>
              <a:buNone/>
              <a:defRPr sz="2800">
                <a:solidFill>
                  <a:schemeClr val="dk1"/>
                </a:solidFill>
              </a:defRPr>
            </a:lvl3pPr>
            <a:lvl4pPr lvl="3">
              <a:spcBef>
                <a:spcPts val="0"/>
              </a:spcBef>
              <a:spcAft>
                <a:spcPts val="0"/>
              </a:spcAft>
              <a:buClr>
                <a:schemeClr val="dk1"/>
              </a:buClr>
              <a:buSzPts val="2800"/>
              <a:buNone/>
              <a:defRPr sz="2800">
                <a:solidFill>
                  <a:schemeClr val="dk1"/>
                </a:solidFill>
              </a:defRPr>
            </a:lvl4pPr>
            <a:lvl5pPr lvl="4">
              <a:spcBef>
                <a:spcPts val="0"/>
              </a:spcBef>
              <a:spcAft>
                <a:spcPts val="0"/>
              </a:spcAft>
              <a:buClr>
                <a:schemeClr val="dk1"/>
              </a:buClr>
              <a:buSzPts val="2800"/>
              <a:buNone/>
              <a:defRPr sz="2800">
                <a:solidFill>
                  <a:schemeClr val="dk1"/>
                </a:solidFill>
              </a:defRPr>
            </a:lvl5pPr>
            <a:lvl6pPr lvl="5">
              <a:spcBef>
                <a:spcPts val="0"/>
              </a:spcBef>
              <a:spcAft>
                <a:spcPts val="0"/>
              </a:spcAft>
              <a:buClr>
                <a:schemeClr val="dk1"/>
              </a:buClr>
              <a:buSzPts val="2800"/>
              <a:buNone/>
              <a:defRPr sz="2800">
                <a:solidFill>
                  <a:schemeClr val="dk1"/>
                </a:solidFill>
              </a:defRPr>
            </a:lvl6pPr>
            <a:lvl7pPr lvl="6">
              <a:spcBef>
                <a:spcPts val="0"/>
              </a:spcBef>
              <a:spcAft>
                <a:spcPts val="0"/>
              </a:spcAft>
              <a:buClr>
                <a:schemeClr val="dk1"/>
              </a:buClr>
              <a:buSzPts val="2800"/>
              <a:buNone/>
              <a:defRPr sz="2800">
                <a:solidFill>
                  <a:schemeClr val="dk1"/>
                </a:solidFill>
              </a:defRPr>
            </a:lvl7pPr>
            <a:lvl8pPr lvl="7">
              <a:spcBef>
                <a:spcPts val="0"/>
              </a:spcBef>
              <a:spcAft>
                <a:spcPts val="0"/>
              </a:spcAft>
              <a:buClr>
                <a:schemeClr val="dk1"/>
              </a:buClr>
              <a:buSzPts val="2800"/>
              <a:buNone/>
              <a:defRPr sz="2800">
                <a:solidFill>
                  <a:schemeClr val="dk1"/>
                </a:solidFill>
              </a:defRPr>
            </a:lvl8pPr>
            <a:lvl9pPr lvl="8">
              <a:spcBef>
                <a:spcPts val="0"/>
              </a:spcBef>
              <a:spcAft>
                <a:spcPts val="0"/>
              </a:spcAft>
              <a:buClr>
                <a:schemeClr val="dk1"/>
              </a:buClr>
              <a:buSzPts val="2800"/>
              <a:buNone/>
              <a:defRPr sz="2800">
                <a:solidFill>
                  <a:schemeClr val="dk1"/>
                </a:solidFill>
              </a:defRPr>
            </a:lvl9pPr>
          </a:lstStyle>
          <a:p>
            <a:endParaRPr/>
          </a:p>
        </p:txBody>
      </p:sp>
      <p:sp>
        <p:nvSpPr>
          <p:cNvPr id="7" name="Google Shape;7;p1"/>
          <p:cNvSpPr txBox="1">
            <a:spLocks noGrp="1"/>
          </p:cNvSpPr>
          <p:nvPr>
            <p:ph type="body" idx="1"/>
          </p:nvPr>
        </p:nvSpPr>
        <p:spPr>
          <a:xfrm>
            <a:off x="311700" y="1152475"/>
            <a:ext cx="8520600" cy="3416400"/>
          </a:xfrm>
          <a:prstGeom prst="rect">
            <a:avLst/>
          </a:prstGeom>
          <a:noFill/>
          <a:ln>
            <a:noFill/>
          </a:ln>
        </p:spPr>
        <p:txBody>
          <a:bodyPr spcFirstLastPara="1" wrap="square" lIns="91425" tIns="91425" rIns="91425" bIns="91425" anchor="t" anchorCtr="0">
            <a:normAutofit/>
          </a:bodyPr>
          <a:lstStyle>
            <a:lvl1pPr marL="457200" lvl="0" indent="-342900">
              <a:lnSpc>
                <a:spcPct val="115000"/>
              </a:lnSpc>
              <a:spcBef>
                <a:spcPts val="0"/>
              </a:spcBef>
              <a:spcAft>
                <a:spcPts val="0"/>
              </a:spcAft>
              <a:buClr>
                <a:schemeClr val="dk2"/>
              </a:buClr>
              <a:buSzPts val="1800"/>
              <a:buChar char="●"/>
              <a:defRPr sz="1800">
                <a:solidFill>
                  <a:schemeClr val="dk2"/>
                </a:solidFill>
              </a:defRPr>
            </a:lvl1pPr>
            <a:lvl2pPr marL="914400" lvl="1" indent="-317500">
              <a:lnSpc>
                <a:spcPct val="115000"/>
              </a:lnSpc>
              <a:spcBef>
                <a:spcPts val="0"/>
              </a:spcBef>
              <a:spcAft>
                <a:spcPts val="0"/>
              </a:spcAft>
              <a:buClr>
                <a:schemeClr val="dk2"/>
              </a:buClr>
              <a:buSzPts val="1400"/>
              <a:buChar char="○"/>
              <a:defRPr>
                <a:solidFill>
                  <a:schemeClr val="dk2"/>
                </a:solidFill>
              </a:defRPr>
            </a:lvl2pPr>
            <a:lvl3pPr marL="1371600" lvl="2" indent="-317500">
              <a:lnSpc>
                <a:spcPct val="115000"/>
              </a:lnSpc>
              <a:spcBef>
                <a:spcPts val="0"/>
              </a:spcBef>
              <a:spcAft>
                <a:spcPts val="0"/>
              </a:spcAft>
              <a:buClr>
                <a:schemeClr val="dk2"/>
              </a:buClr>
              <a:buSzPts val="1400"/>
              <a:buChar char="■"/>
              <a:defRPr>
                <a:solidFill>
                  <a:schemeClr val="dk2"/>
                </a:solidFill>
              </a:defRPr>
            </a:lvl3pPr>
            <a:lvl4pPr marL="1828800" lvl="3" indent="-317500">
              <a:lnSpc>
                <a:spcPct val="115000"/>
              </a:lnSpc>
              <a:spcBef>
                <a:spcPts val="0"/>
              </a:spcBef>
              <a:spcAft>
                <a:spcPts val="0"/>
              </a:spcAft>
              <a:buClr>
                <a:schemeClr val="dk2"/>
              </a:buClr>
              <a:buSzPts val="1400"/>
              <a:buChar char="●"/>
              <a:defRPr>
                <a:solidFill>
                  <a:schemeClr val="dk2"/>
                </a:solidFill>
              </a:defRPr>
            </a:lvl4pPr>
            <a:lvl5pPr marL="2286000" lvl="4" indent="-317500">
              <a:lnSpc>
                <a:spcPct val="115000"/>
              </a:lnSpc>
              <a:spcBef>
                <a:spcPts val="0"/>
              </a:spcBef>
              <a:spcAft>
                <a:spcPts val="0"/>
              </a:spcAft>
              <a:buClr>
                <a:schemeClr val="dk2"/>
              </a:buClr>
              <a:buSzPts val="1400"/>
              <a:buChar char="○"/>
              <a:defRPr>
                <a:solidFill>
                  <a:schemeClr val="dk2"/>
                </a:solidFill>
              </a:defRPr>
            </a:lvl5pPr>
            <a:lvl6pPr marL="2743200" lvl="5" indent="-317500">
              <a:lnSpc>
                <a:spcPct val="115000"/>
              </a:lnSpc>
              <a:spcBef>
                <a:spcPts val="0"/>
              </a:spcBef>
              <a:spcAft>
                <a:spcPts val="0"/>
              </a:spcAft>
              <a:buClr>
                <a:schemeClr val="dk2"/>
              </a:buClr>
              <a:buSzPts val="1400"/>
              <a:buChar char="■"/>
              <a:defRPr>
                <a:solidFill>
                  <a:schemeClr val="dk2"/>
                </a:solidFill>
              </a:defRPr>
            </a:lvl6pPr>
            <a:lvl7pPr marL="3200400" lvl="6" indent="-317500">
              <a:lnSpc>
                <a:spcPct val="115000"/>
              </a:lnSpc>
              <a:spcBef>
                <a:spcPts val="0"/>
              </a:spcBef>
              <a:spcAft>
                <a:spcPts val="0"/>
              </a:spcAft>
              <a:buClr>
                <a:schemeClr val="dk2"/>
              </a:buClr>
              <a:buSzPts val="1400"/>
              <a:buChar char="●"/>
              <a:defRPr>
                <a:solidFill>
                  <a:schemeClr val="dk2"/>
                </a:solidFill>
              </a:defRPr>
            </a:lvl7pPr>
            <a:lvl8pPr marL="3657600" lvl="7" indent="-317500">
              <a:lnSpc>
                <a:spcPct val="115000"/>
              </a:lnSpc>
              <a:spcBef>
                <a:spcPts val="0"/>
              </a:spcBef>
              <a:spcAft>
                <a:spcPts val="0"/>
              </a:spcAft>
              <a:buClr>
                <a:schemeClr val="dk2"/>
              </a:buClr>
              <a:buSzPts val="1400"/>
              <a:buChar char="○"/>
              <a:defRPr>
                <a:solidFill>
                  <a:schemeClr val="dk2"/>
                </a:solidFill>
              </a:defRPr>
            </a:lvl8pPr>
            <a:lvl9pPr marL="4114800" lvl="8" indent="-317500">
              <a:lnSpc>
                <a:spcPct val="115000"/>
              </a:lnSpc>
              <a:spcBef>
                <a:spcPts val="0"/>
              </a:spcBef>
              <a:spcAft>
                <a:spcPts val="0"/>
              </a:spcAft>
              <a:buClr>
                <a:schemeClr val="dk2"/>
              </a:buClr>
              <a:buSzPts val="1400"/>
              <a:buChar char="■"/>
              <a:defRPr>
                <a:solidFill>
                  <a:schemeClr val="dk2"/>
                </a:solidFill>
              </a:defRPr>
            </a:lvl9pPr>
          </a:lstStyle>
          <a:p>
            <a:endParaRPr/>
          </a:p>
        </p:txBody>
      </p:sp>
      <p:sp>
        <p:nvSpPr>
          <p:cNvPr id="8" name="Google Shape;8;p1"/>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lvl="0" algn="r">
              <a:buNone/>
              <a:defRPr sz="1000">
                <a:solidFill>
                  <a:schemeClr val="dk2"/>
                </a:solidFill>
              </a:defRPr>
            </a:lvl1pPr>
            <a:lvl2pPr lvl="1" algn="r">
              <a:buNone/>
              <a:defRPr sz="1000">
                <a:solidFill>
                  <a:schemeClr val="dk2"/>
                </a:solidFill>
              </a:defRPr>
            </a:lvl2pPr>
            <a:lvl3pPr lvl="2" algn="r">
              <a:buNone/>
              <a:defRPr sz="1000">
                <a:solidFill>
                  <a:schemeClr val="dk2"/>
                </a:solidFill>
              </a:defRPr>
            </a:lvl3pPr>
            <a:lvl4pPr lvl="3" algn="r">
              <a:buNone/>
              <a:defRPr sz="1000">
                <a:solidFill>
                  <a:schemeClr val="dk2"/>
                </a:solidFill>
              </a:defRPr>
            </a:lvl4pPr>
            <a:lvl5pPr lvl="4" algn="r">
              <a:buNone/>
              <a:defRPr sz="1000">
                <a:solidFill>
                  <a:schemeClr val="dk2"/>
                </a:solidFill>
              </a:defRPr>
            </a:lvl5pPr>
            <a:lvl6pPr lvl="5" algn="r">
              <a:buNone/>
              <a:defRPr sz="1000">
                <a:solidFill>
                  <a:schemeClr val="dk2"/>
                </a:solidFill>
              </a:defRPr>
            </a:lvl6pPr>
            <a:lvl7pPr lvl="6" algn="r">
              <a:buNone/>
              <a:defRPr sz="1000">
                <a:solidFill>
                  <a:schemeClr val="dk2"/>
                </a:solidFill>
              </a:defRPr>
            </a:lvl7pPr>
            <a:lvl8pPr lvl="7" algn="r">
              <a:buNone/>
              <a:defRPr sz="1000">
                <a:solidFill>
                  <a:schemeClr val="dk2"/>
                </a:solidFill>
              </a:defRPr>
            </a:lvl8pPr>
            <a:lvl9pPr lvl="8" algn="r">
              <a:buNone/>
              <a:defRPr sz="1000">
                <a:solidFill>
                  <a:schemeClr val="dk2"/>
                </a:solidFill>
              </a:defRPr>
            </a:lvl9pPr>
          </a:lstStyle>
          <a:p>
            <a:pPr marL="0" lvl="0" indent="0" algn="r" rtl="0">
              <a:spcBef>
                <a:spcPts val="0"/>
              </a:spcBef>
              <a:spcAft>
                <a:spcPts val="0"/>
              </a:spcAft>
              <a:buNone/>
            </a:pPr>
            <a:fld id="{00000000-1234-1234-1234-123412341234}" type="slidenum">
              <a:rPr lang="en"/>
              <a:t>‹#›</a:t>
            </a:fld>
            <a:endParaRPr/>
          </a:p>
        </p:txBody>
      </p:sp>
    </p:spTree>
  </p:cSld>
  <p:clrMap bg1="lt1" tx1="dk1" bg2="dk2" tx2="lt2" accent1="accent1" accent2="accent2" accent3="accent3" accent4="accent4" accent5="accent5" accent6="accent6" hlink="hlink" folHlink="fol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3.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3.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3.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3.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3.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3.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3.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3.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3.xml"/></Relationships>
</file>

<file path=ppt/slides/_rels/slide10.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0.xml"/><Relationship Id="rId1" Type="http://schemas.openxmlformats.org/officeDocument/2006/relationships/slideLayout" Target="../slideLayouts/slideLayout3.xml"/></Relationships>
</file>

<file path=ppt/slides/_rels/slide1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1.xml"/><Relationship Id="rId1" Type="http://schemas.openxmlformats.org/officeDocument/2006/relationships/slideLayout" Target="../slideLayouts/slideLayout3.xml"/></Relationships>
</file>

<file path=ppt/slides/_rels/slide1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2.xml"/><Relationship Id="rId1" Type="http://schemas.openxmlformats.org/officeDocument/2006/relationships/slideLayout" Target="../slideLayouts/slideLayout3.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3.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3.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2C5C7B"/>
        </a:solidFill>
        <a:effectLst/>
      </p:bgPr>
    </p:bg>
    <p:spTree>
      <p:nvGrpSpPr>
        <p:cNvPr id="1" name="Shape 53"/>
        <p:cNvGrpSpPr/>
        <p:nvPr/>
      </p:nvGrpSpPr>
      <p:grpSpPr>
        <a:xfrm>
          <a:off x="0" y="0"/>
          <a:ext cx="0" cy="0"/>
          <a:chOff x="0" y="0"/>
          <a:chExt cx="0" cy="0"/>
        </a:xfrm>
      </p:grpSpPr>
      <p:sp>
        <p:nvSpPr>
          <p:cNvPr id="54" name="Google Shape;54;p13"/>
          <p:cNvSpPr txBox="1">
            <a:spLocks noGrp="1"/>
          </p:cNvSpPr>
          <p:nvPr>
            <p:ph type="title"/>
          </p:nvPr>
        </p:nvSpPr>
        <p:spPr>
          <a:xfrm>
            <a:off x="311200" y="319825"/>
            <a:ext cx="8521200" cy="4661400"/>
          </a:xfrm>
          <a:prstGeom prst="rect">
            <a:avLst/>
          </a:prstGeom>
          <a:ln w="76200" cap="flat" cmpd="tri">
            <a:solidFill>
              <a:schemeClr val="lt1"/>
            </a:solidFill>
            <a:prstDash val="solid"/>
            <a:bevel/>
            <a:headEnd type="none" w="sm" len="sm"/>
            <a:tailEnd type="none" w="sm" len="sm"/>
          </a:ln>
        </p:spPr>
        <p:txBody>
          <a:bodyPr spcFirstLastPara="1" wrap="square" lIns="91425" tIns="91425" rIns="91425" bIns="91425" anchor="t" anchorCtr="0">
            <a:normAutofit/>
          </a:bodyPr>
          <a:lstStyle/>
          <a:p>
            <a:pPr marL="0" lvl="0" indent="0" algn="l" rtl="0">
              <a:spcBef>
                <a:spcPts val="0"/>
              </a:spcBef>
              <a:spcAft>
                <a:spcPts val="0"/>
              </a:spcAft>
              <a:buNone/>
            </a:pPr>
            <a:r>
              <a:rPr lang="en" b="1"/>
              <a:t>                    </a:t>
            </a:r>
            <a:r>
              <a:rPr lang="en" b="1">
                <a:solidFill>
                  <a:schemeClr val="lt1"/>
                </a:solidFill>
              </a:rPr>
              <a:t>  DAHEL TECHNOLOGY</a:t>
            </a:r>
            <a:endParaRPr b="1">
              <a:solidFill>
                <a:schemeClr val="lt1"/>
              </a:solidFill>
            </a:endParaRPr>
          </a:p>
          <a:p>
            <a:pPr marL="0" lvl="0" indent="0" algn="l" rtl="0">
              <a:spcBef>
                <a:spcPts val="0"/>
              </a:spcBef>
              <a:spcAft>
                <a:spcPts val="0"/>
              </a:spcAft>
              <a:buNone/>
            </a:pPr>
            <a:endParaRPr b="1">
              <a:solidFill>
                <a:schemeClr val="lt1"/>
              </a:solidFill>
            </a:endParaRPr>
          </a:p>
          <a:p>
            <a:pPr marL="0" lvl="0" indent="0" algn="l" rtl="0">
              <a:spcBef>
                <a:spcPts val="0"/>
              </a:spcBef>
              <a:spcAft>
                <a:spcPts val="0"/>
              </a:spcAft>
              <a:buNone/>
            </a:pPr>
            <a:endParaRPr b="1">
              <a:solidFill>
                <a:schemeClr val="lt1"/>
              </a:solidFill>
            </a:endParaRPr>
          </a:p>
          <a:p>
            <a:pPr marL="0" lvl="0" indent="0" algn="l" rtl="0">
              <a:spcBef>
                <a:spcPts val="0"/>
              </a:spcBef>
              <a:spcAft>
                <a:spcPts val="0"/>
              </a:spcAft>
              <a:buNone/>
            </a:pPr>
            <a:r>
              <a:rPr lang="en" b="1">
                <a:solidFill>
                  <a:schemeClr val="lt1"/>
                </a:solidFill>
              </a:rPr>
              <a:t>  </a:t>
            </a:r>
            <a:endParaRPr b="1">
              <a:solidFill>
                <a:schemeClr val="lt1"/>
              </a:solidFill>
            </a:endParaRPr>
          </a:p>
          <a:p>
            <a:pPr marL="0" lvl="0" indent="0" algn="l" rtl="0">
              <a:spcBef>
                <a:spcPts val="0"/>
              </a:spcBef>
              <a:spcAft>
                <a:spcPts val="0"/>
              </a:spcAft>
              <a:buNone/>
            </a:pPr>
            <a:r>
              <a:rPr lang="en" sz="1878" b="1">
                <a:solidFill>
                  <a:schemeClr val="lt1"/>
                </a:solidFill>
              </a:rPr>
              <a:t>                         DATA ANALYTICS INTERNSHIP PROJECT</a:t>
            </a:r>
            <a:endParaRPr sz="1878" b="1">
              <a:solidFill>
                <a:schemeClr val="lt1"/>
              </a:solidFill>
            </a:endParaRPr>
          </a:p>
          <a:p>
            <a:pPr marL="0" lvl="0" indent="0" algn="l" rtl="0">
              <a:spcBef>
                <a:spcPts val="0"/>
              </a:spcBef>
              <a:spcAft>
                <a:spcPts val="0"/>
              </a:spcAft>
              <a:buNone/>
            </a:pPr>
            <a:endParaRPr sz="1878" b="1">
              <a:solidFill>
                <a:schemeClr val="lt1"/>
              </a:solidFill>
            </a:endParaRPr>
          </a:p>
          <a:p>
            <a:pPr marL="0" lvl="0" indent="0" algn="l" rtl="0">
              <a:spcBef>
                <a:spcPts val="0"/>
              </a:spcBef>
              <a:spcAft>
                <a:spcPts val="0"/>
              </a:spcAft>
              <a:buNone/>
            </a:pPr>
            <a:r>
              <a:rPr lang="en" sz="1878" b="1">
                <a:solidFill>
                  <a:schemeClr val="lt1"/>
                </a:solidFill>
              </a:rPr>
              <a:t>                                  JANUARY COHORT  GROUP 2</a:t>
            </a:r>
            <a:endParaRPr sz="3578" b="1">
              <a:solidFill>
                <a:schemeClr val="lt1"/>
              </a:solidFill>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58"/>
        <p:cNvGrpSpPr/>
        <p:nvPr/>
      </p:nvGrpSpPr>
      <p:grpSpPr>
        <a:xfrm>
          <a:off x="0" y="0"/>
          <a:ext cx="0" cy="0"/>
          <a:chOff x="0" y="0"/>
          <a:chExt cx="0" cy="0"/>
        </a:xfrm>
      </p:grpSpPr>
      <p:sp>
        <p:nvSpPr>
          <p:cNvPr id="59" name="Google Shape;59;p14"/>
          <p:cNvSpPr txBox="1">
            <a:spLocks noGrp="1"/>
          </p:cNvSpPr>
          <p:nvPr>
            <p:ph type="title"/>
          </p:nvPr>
        </p:nvSpPr>
        <p:spPr>
          <a:xfrm>
            <a:off x="311700" y="302675"/>
            <a:ext cx="8520600" cy="670200"/>
          </a:xfrm>
          <a:prstGeom prst="rect">
            <a:avLst/>
          </a:prstGeom>
          <a:solidFill>
            <a:srgbClr val="2C5C7B"/>
          </a:solidFill>
          <a:ln w="28575" cap="flat" cmpd="sng">
            <a:solidFill>
              <a:srgbClr val="2C5C7B"/>
            </a:solidFill>
            <a:prstDash val="solid"/>
            <a:round/>
            <a:headEnd type="none" w="sm" len="sm"/>
            <a:tailEnd type="none" w="sm" len="sm"/>
          </a:ln>
        </p:spPr>
        <p:txBody>
          <a:bodyPr spcFirstLastPara="1" wrap="square" lIns="91425" tIns="91425" rIns="91425" bIns="91425" anchor="t" anchorCtr="0">
            <a:normAutofit/>
          </a:bodyPr>
          <a:lstStyle/>
          <a:p>
            <a:pPr marL="0" lvl="0" indent="0" algn="l" rtl="0">
              <a:lnSpc>
                <a:spcPct val="115000"/>
              </a:lnSpc>
              <a:spcBef>
                <a:spcPts val="0"/>
              </a:spcBef>
              <a:spcAft>
                <a:spcPts val="1200"/>
              </a:spcAft>
              <a:buClr>
                <a:schemeClr val="dk1"/>
              </a:buClr>
              <a:buSzPts val="1100"/>
              <a:buFont typeface="Arial"/>
              <a:buNone/>
            </a:pPr>
            <a:r>
              <a:rPr lang="en" sz="1800">
                <a:solidFill>
                  <a:schemeClr val="dk2"/>
                </a:solidFill>
              </a:rPr>
              <a:t>                                  </a:t>
            </a:r>
            <a:r>
              <a:rPr lang="en" sz="1800" b="1">
                <a:solidFill>
                  <a:schemeClr val="lt1"/>
                </a:solidFill>
              </a:rPr>
              <a:t>PROJECT TEAM MEMBERS</a:t>
            </a:r>
            <a:endParaRPr b="1">
              <a:solidFill>
                <a:schemeClr val="lt1"/>
              </a:solidFill>
            </a:endParaRPr>
          </a:p>
        </p:txBody>
      </p:sp>
      <p:sp>
        <p:nvSpPr>
          <p:cNvPr id="60" name="Google Shape;60;p14"/>
          <p:cNvSpPr txBox="1">
            <a:spLocks noGrp="1"/>
          </p:cNvSpPr>
          <p:nvPr>
            <p:ph type="body" idx="1"/>
          </p:nvPr>
        </p:nvSpPr>
        <p:spPr>
          <a:xfrm>
            <a:off x="311700" y="1017725"/>
            <a:ext cx="8520600" cy="3551100"/>
          </a:xfrm>
          <a:prstGeom prst="rect">
            <a:avLst/>
          </a:prstGeom>
          <a:ln w="38100" cap="flat" cmpd="sng">
            <a:solidFill>
              <a:srgbClr val="2C5C7B"/>
            </a:solidFill>
            <a:prstDash val="solid"/>
            <a:round/>
            <a:headEnd type="none" w="sm" len="sm"/>
            <a:tailEnd type="none" w="sm" len="sm"/>
          </a:ln>
        </p:spPr>
        <p:txBody>
          <a:bodyPr spcFirstLastPara="1" wrap="square" lIns="91425" tIns="91425" rIns="91425" bIns="91425" anchor="t" anchorCtr="0">
            <a:normAutofit/>
          </a:bodyPr>
          <a:lstStyle/>
          <a:p>
            <a:pPr marL="457200" lvl="0" indent="-342900" algn="l" rtl="0">
              <a:spcBef>
                <a:spcPts val="0"/>
              </a:spcBef>
              <a:spcAft>
                <a:spcPts val="0"/>
              </a:spcAft>
              <a:buClr>
                <a:schemeClr val="dk1"/>
              </a:buClr>
              <a:buSzPts val="1800"/>
              <a:buAutoNum type="arabicPeriod"/>
            </a:pPr>
            <a:r>
              <a:rPr lang="en">
                <a:solidFill>
                  <a:schemeClr val="dk1"/>
                </a:solidFill>
              </a:rPr>
              <a:t>Love Eka</a:t>
            </a:r>
            <a:endParaRPr>
              <a:solidFill>
                <a:schemeClr val="dk1"/>
              </a:solidFill>
            </a:endParaRPr>
          </a:p>
          <a:p>
            <a:pPr marL="457200" lvl="0" indent="-342900" algn="l" rtl="0">
              <a:spcBef>
                <a:spcPts val="0"/>
              </a:spcBef>
              <a:spcAft>
                <a:spcPts val="0"/>
              </a:spcAft>
              <a:buClr>
                <a:schemeClr val="dk1"/>
              </a:buClr>
              <a:buSzPts val="1800"/>
              <a:buAutoNum type="arabicPeriod"/>
            </a:pPr>
            <a:r>
              <a:rPr lang="en">
                <a:solidFill>
                  <a:schemeClr val="dk1"/>
                </a:solidFill>
              </a:rPr>
              <a:t>Norah Kanu Enun</a:t>
            </a:r>
            <a:endParaRPr>
              <a:solidFill>
                <a:schemeClr val="dk1"/>
              </a:solidFill>
            </a:endParaRPr>
          </a:p>
          <a:p>
            <a:pPr marL="457200" lvl="0" indent="-342900" algn="l" rtl="0">
              <a:spcBef>
                <a:spcPts val="0"/>
              </a:spcBef>
              <a:spcAft>
                <a:spcPts val="0"/>
              </a:spcAft>
              <a:buClr>
                <a:schemeClr val="dk1"/>
              </a:buClr>
              <a:buSzPts val="1800"/>
              <a:buAutoNum type="arabicPeriod"/>
            </a:pPr>
            <a:r>
              <a:rPr lang="en">
                <a:solidFill>
                  <a:schemeClr val="dk1"/>
                </a:solidFill>
              </a:rPr>
              <a:t>Aroh Sylvester Chijioke</a:t>
            </a:r>
            <a:endParaRPr>
              <a:solidFill>
                <a:schemeClr val="dk1"/>
              </a:solidFill>
            </a:endParaRPr>
          </a:p>
          <a:p>
            <a:pPr marL="457200" lvl="0" indent="-342900" algn="l" rtl="0">
              <a:spcBef>
                <a:spcPts val="0"/>
              </a:spcBef>
              <a:spcAft>
                <a:spcPts val="0"/>
              </a:spcAft>
              <a:buClr>
                <a:schemeClr val="dk1"/>
              </a:buClr>
              <a:buSzPts val="1800"/>
              <a:buAutoNum type="arabicPeriod"/>
            </a:pPr>
            <a:r>
              <a:rPr lang="en">
                <a:solidFill>
                  <a:schemeClr val="dk1"/>
                </a:solidFill>
              </a:rPr>
              <a:t>Ejike Ugochinyere Grace</a:t>
            </a:r>
            <a:endParaRPr>
              <a:solidFill>
                <a:schemeClr val="dk1"/>
              </a:solidFill>
            </a:endParaRPr>
          </a:p>
          <a:p>
            <a:pPr marL="457200" lvl="0" indent="-342900" algn="l" rtl="0">
              <a:spcBef>
                <a:spcPts val="0"/>
              </a:spcBef>
              <a:spcAft>
                <a:spcPts val="0"/>
              </a:spcAft>
              <a:buClr>
                <a:schemeClr val="dk1"/>
              </a:buClr>
              <a:buSzPts val="1800"/>
              <a:buAutoNum type="arabicPeriod"/>
            </a:pPr>
            <a:r>
              <a:rPr lang="en">
                <a:solidFill>
                  <a:schemeClr val="dk1"/>
                </a:solidFill>
              </a:rPr>
              <a:t>Akpan, Ekeminiabasi Uduak</a:t>
            </a:r>
            <a:endParaRPr>
              <a:solidFill>
                <a:schemeClr val="dk1"/>
              </a:solidFill>
            </a:endParaRPr>
          </a:p>
          <a:p>
            <a:pPr marL="457200" lvl="0" indent="-342900" algn="l" rtl="0">
              <a:spcBef>
                <a:spcPts val="0"/>
              </a:spcBef>
              <a:spcAft>
                <a:spcPts val="0"/>
              </a:spcAft>
              <a:buClr>
                <a:schemeClr val="dk1"/>
              </a:buClr>
              <a:buSzPts val="1800"/>
              <a:buAutoNum type="arabicPeriod"/>
            </a:pPr>
            <a:r>
              <a:rPr lang="en">
                <a:solidFill>
                  <a:schemeClr val="dk1"/>
                </a:solidFill>
              </a:rPr>
              <a:t>Amaka Odigwe</a:t>
            </a:r>
            <a:endParaRPr>
              <a:solidFill>
                <a:schemeClr val="dk1"/>
              </a:solidFill>
            </a:endParaRPr>
          </a:p>
          <a:p>
            <a:pPr marL="0" lvl="0" indent="0" algn="l" rtl="0">
              <a:spcBef>
                <a:spcPts val="1200"/>
              </a:spcBef>
              <a:spcAft>
                <a:spcPts val="1200"/>
              </a:spcAft>
              <a:buNone/>
            </a:pPr>
            <a:endParaRPr>
              <a:solidFill>
                <a:schemeClr val="dk1"/>
              </a:solidFill>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64"/>
        <p:cNvGrpSpPr/>
        <p:nvPr/>
      </p:nvGrpSpPr>
      <p:grpSpPr>
        <a:xfrm>
          <a:off x="0" y="0"/>
          <a:ext cx="0" cy="0"/>
          <a:chOff x="0" y="0"/>
          <a:chExt cx="0" cy="0"/>
        </a:xfrm>
      </p:grpSpPr>
      <p:sp>
        <p:nvSpPr>
          <p:cNvPr id="65" name="Google Shape;65;p15"/>
          <p:cNvSpPr txBox="1">
            <a:spLocks noGrp="1"/>
          </p:cNvSpPr>
          <p:nvPr>
            <p:ph type="title"/>
          </p:nvPr>
        </p:nvSpPr>
        <p:spPr>
          <a:xfrm>
            <a:off x="260775" y="129275"/>
            <a:ext cx="8520600" cy="843600"/>
          </a:xfrm>
          <a:prstGeom prst="rect">
            <a:avLst/>
          </a:prstGeom>
          <a:solidFill>
            <a:srgbClr val="2C5C7B"/>
          </a:solidFill>
        </p:spPr>
        <p:txBody>
          <a:bodyPr spcFirstLastPara="1" wrap="square" lIns="91425" tIns="91425" rIns="91425" bIns="91425" anchor="t" anchorCtr="0">
            <a:noAutofit/>
          </a:bodyPr>
          <a:lstStyle/>
          <a:p>
            <a:pPr marL="0" lvl="0" indent="0" algn="l" rtl="0">
              <a:lnSpc>
                <a:spcPct val="115000"/>
              </a:lnSpc>
              <a:spcBef>
                <a:spcPts val="1200"/>
              </a:spcBef>
              <a:spcAft>
                <a:spcPts val="1200"/>
              </a:spcAft>
              <a:buClr>
                <a:schemeClr val="dk1"/>
              </a:buClr>
              <a:buSzPts val="1100"/>
              <a:buFont typeface="Arial"/>
              <a:buNone/>
            </a:pPr>
            <a:r>
              <a:rPr lang="en" sz="1700" b="1"/>
              <a:t>                                                             </a:t>
            </a:r>
            <a:br>
              <a:rPr lang="en" sz="1700" b="1"/>
            </a:br>
            <a:r>
              <a:rPr lang="en" sz="1700" b="1"/>
              <a:t>          </a:t>
            </a:r>
            <a:r>
              <a:rPr lang="en" sz="1700" b="1">
                <a:solidFill>
                  <a:schemeClr val="lt1"/>
                </a:solidFill>
              </a:rPr>
              <a:t>DAHEL DATA ANALYTICS CAPSTONE PROJECT(JANUARY COHORT)</a:t>
            </a:r>
            <a:endParaRPr sz="3400" b="1">
              <a:solidFill>
                <a:schemeClr val="lt1"/>
              </a:solidFill>
            </a:endParaRPr>
          </a:p>
        </p:txBody>
      </p:sp>
      <p:sp>
        <p:nvSpPr>
          <p:cNvPr id="66" name="Google Shape;66;p15"/>
          <p:cNvSpPr txBox="1">
            <a:spLocks noGrp="1"/>
          </p:cNvSpPr>
          <p:nvPr>
            <p:ph type="body" idx="1"/>
          </p:nvPr>
        </p:nvSpPr>
        <p:spPr>
          <a:xfrm>
            <a:off x="260775" y="918700"/>
            <a:ext cx="8520600" cy="3913500"/>
          </a:xfrm>
          <a:prstGeom prst="rect">
            <a:avLst/>
          </a:prstGeom>
          <a:ln w="38100" cap="flat" cmpd="sng">
            <a:solidFill>
              <a:srgbClr val="2C5C7B"/>
            </a:solidFill>
            <a:prstDash val="solid"/>
            <a:round/>
            <a:headEnd type="none" w="sm" len="sm"/>
            <a:tailEnd type="none" w="sm" len="sm"/>
          </a:ln>
        </p:spPr>
        <p:txBody>
          <a:bodyPr spcFirstLastPara="1" wrap="square" lIns="91425" tIns="91425" rIns="91425" bIns="91425" anchor="t" anchorCtr="0">
            <a:normAutofit fontScale="77500" lnSpcReduction="20000"/>
          </a:bodyPr>
          <a:lstStyle/>
          <a:p>
            <a:pPr marL="0" lvl="0" indent="0" algn="l" rtl="0">
              <a:spcBef>
                <a:spcPts val="1200"/>
              </a:spcBef>
              <a:spcAft>
                <a:spcPts val="0"/>
              </a:spcAft>
              <a:buNone/>
            </a:pPr>
            <a:endParaRPr sz="1500" b="1">
              <a:solidFill>
                <a:schemeClr val="dk1"/>
              </a:solidFill>
            </a:endParaRPr>
          </a:p>
          <a:p>
            <a:pPr marL="0" lvl="0" indent="0" algn="l" rtl="0">
              <a:spcBef>
                <a:spcPts val="1200"/>
              </a:spcBef>
              <a:spcAft>
                <a:spcPts val="0"/>
              </a:spcAft>
              <a:buNone/>
            </a:pPr>
            <a:r>
              <a:rPr lang="en" sz="1500" b="1">
                <a:solidFill>
                  <a:schemeClr val="dk1"/>
                </a:solidFill>
              </a:rPr>
              <a:t>PROJECT TOPIC:  ANALYSIS ON GLOBAL SUPERSTORE SALES</a:t>
            </a:r>
            <a:endParaRPr sz="1500" b="1">
              <a:solidFill>
                <a:schemeClr val="dk1"/>
              </a:solidFill>
            </a:endParaRPr>
          </a:p>
          <a:p>
            <a:pPr marL="0" lvl="0" indent="0" algn="l" rtl="0">
              <a:spcBef>
                <a:spcPts val="1200"/>
              </a:spcBef>
              <a:spcAft>
                <a:spcPts val="0"/>
              </a:spcAft>
              <a:buNone/>
            </a:pPr>
            <a:endParaRPr sz="1500" b="1">
              <a:solidFill>
                <a:schemeClr val="dk1"/>
              </a:solidFill>
            </a:endParaRPr>
          </a:p>
          <a:p>
            <a:pPr marL="0" lvl="0" indent="0" algn="l" rtl="0">
              <a:spcBef>
                <a:spcPts val="1200"/>
              </a:spcBef>
              <a:spcAft>
                <a:spcPts val="0"/>
              </a:spcAft>
              <a:buNone/>
            </a:pPr>
            <a:r>
              <a:rPr lang="en" sz="1500" b="1">
                <a:solidFill>
                  <a:schemeClr val="dk1"/>
                </a:solidFill>
              </a:rPr>
              <a:t> INDUSTRY  :  GLOBAL COMMERCE AND LOGISTICS</a:t>
            </a:r>
            <a:endParaRPr sz="1500" b="1">
              <a:solidFill>
                <a:schemeClr val="dk1"/>
              </a:solidFill>
            </a:endParaRPr>
          </a:p>
          <a:p>
            <a:pPr marL="0" lvl="0" indent="0" algn="l" rtl="0">
              <a:spcBef>
                <a:spcPts val="1200"/>
              </a:spcBef>
              <a:spcAft>
                <a:spcPts val="0"/>
              </a:spcAft>
              <a:buNone/>
            </a:pPr>
            <a:endParaRPr sz="1500" b="1">
              <a:solidFill>
                <a:schemeClr val="dk1"/>
              </a:solidFill>
            </a:endParaRPr>
          </a:p>
          <a:p>
            <a:pPr marL="0" lvl="0" indent="0" algn="l" rtl="0">
              <a:spcBef>
                <a:spcPts val="1200"/>
              </a:spcBef>
              <a:spcAft>
                <a:spcPts val="0"/>
              </a:spcAft>
              <a:buNone/>
            </a:pPr>
            <a:r>
              <a:rPr lang="en" sz="1500" b="1">
                <a:solidFill>
                  <a:schemeClr val="dk1"/>
                </a:solidFill>
              </a:rPr>
              <a:t> PREPARED BY</a:t>
            </a:r>
            <a:r>
              <a:rPr lang="en" sz="1500">
                <a:solidFill>
                  <a:schemeClr val="dk1"/>
                </a:solidFill>
              </a:rPr>
              <a:t>:  </a:t>
            </a:r>
            <a:r>
              <a:rPr lang="en" sz="1500" b="1">
                <a:solidFill>
                  <a:schemeClr val="dk1"/>
                </a:solidFill>
              </a:rPr>
              <a:t>GROUP 2</a:t>
            </a:r>
            <a:endParaRPr sz="1500" b="1">
              <a:solidFill>
                <a:schemeClr val="dk1"/>
              </a:solidFill>
            </a:endParaRPr>
          </a:p>
          <a:p>
            <a:pPr marL="0" lvl="0" indent="0" algn="l" rtl="0">
              <a:spcBef>
                <a:spcPts val="1200"/>
              </a:spcBef>
              <a:spcAft>
                <a:spcPts val="0"/>
              </a:spcAft>
              <a:buClr>
                <a:schemeClr val="dk1"/>
              </a:buClr>
              <a:buSzPct val="73333"/>
              <a:buFont typeface="Arial"/>
              <a:buNone/>
            </a:pPr>
            <a:endParaRPr sz="1500">
              <a:solidFill>
                <a:schemeClr val="dk1"/>
              </a:solidFill>
            </a:endParaRPr>
          </a:p>
          <a:p>
            <a:pPr marL="0" lvl="0" indent="0" algn="l" rtl="0">
              <a:spcBef>
                <a:spcPts val="1200"/>
              </a:spcBef>
              <a:spcAft>
                <a:spcPts val="0"/>
              </a:spcAft>
              <a:buClr>
                <a:schemeClr val="dk1"/>
              </a:buClr>
              <a:buSzPct val="73333"/>
              <a:buFont typeface="Arial"/>
              <a:buNone/>
            </a:pPr>
            <a:r>
              <a:rPr lang="en" sz="1500" b="1">
                <a:solidFill>
                  <a:schemeClr val="dk1"/>
                </a:solidFill>
              </a:rPr>
              <a:t>Tools Used:</a:t>
            </a:r>
            <a:endParaRPr sz="1500" b="1">
              <a:solidFill>
                <a:schemeClr val="dk1"/>
              </a:solidFill>
            </a:endParaRPr>
          </a:p>
          <a:p>
            <a:pPr marL="457200" lvl="0" indent="-302419" algn="l" rtl="0">
              <a:spcBef>
                <a:spcPts val="1200"/>
              </a:spcBef>
              <a:spcAft>
                <a:spcPts val="0"/>
              </a:spcAft>
              <a:buClr>
                <a:schemeClr val="dk1"/>
              </a:buClr>
              <a:buSzPct val="100000"/>
              <a:buChar char="●"/>
            </a:pPr>
            <a:r>
              <a:rPr lang="en" sz="1500">
                <a:solidFill>
                  <a:schemeClr val="dk1"/>
                </a:solidFill>
              </a:rPr>
              <a:t>Kaggle</a:t>
            </a:r>
            <a:endParaRPr sz="1500">
              <a:solidFill>
                <a:schemeClr val="dk1"/>
              </a:solidFill>
            </a:endParaRPr>
          </a:p>
          <a:p>
            <a:pPr marL="457200" lvl="0" indent="-302419" algn="l" rtl="0">
              <a:spcBef>
                <a:spcPts val="0"/>
              </a:spcBef>
              <a:spcAft>
                <a:spcPts val="0"/>
              </a:spcAft>
              <a:buClr>
                <a:schemeClr val="dk1"/>
              </a:buClr>
              <a:buSzPct val="100000"/>
              <a:buChar char="●"/>
            </a:pPr>
            <a:r>
              <a:rPr lang="en" sz="1500">
                <a:solidFill>
                  <a:schemeClr val="dk1"/>
                </a:solidFill>
              </a:rPr>
              <a:t>Microsoft Excel</a:t>
            </a:r>
            <a:endParaRPr sz="1500">
              <a:solidFill>
                <a:schemeClr val="dk1"/>
              </a:solidFill>
            </a:endParaRPr>
          </a:p>
          <a:p>
            <a:pPr marL="457200" lvl="0" indent="-302419" algn="l" rtl="0">
              <a:spcBef>
                <a:spcPts val="0"/>
              </a:spcBef>
              <a:spcAft>
                <a:spcPts val="0"/>
              </a:spcAft>
              <a:buClr>
                <a:schemeClr val="dk1"/>
              </a:buClr>
              <a:buSzPct val="100000"/>
              <a:buChar char="●"/>
            </a:pPr>
            <a:r>
              <a:rPr lang="en" sz="1500">
                <a:solidFill>
                  <a:schemeClr val="dk1"/>
                </a:solidFill>
              </a:rPr>
              <a:t>Tableau</a:t>
            </a:r>
            <a:endParaRPr sz="1500">
              <a:solidFill>
                <a:schemeClr val="dk1"/>
              </a:solidFill>
            </a:endParaRPr>
          </a:p>
          <a:p>
            <a:pPr marL="457200" lvl="0" indent="-302419" algn="l" rtl="0">
              <a:spcBef>
                <a:spcPts val="0"/>
              </a:spcBef>
              <a:spcAft>
                <a:spcPts val="0"/>
              </a:spcAft>
              <a:buClr>
                <a:schemeClr val="dk1"/>
              </a:buClr>
              <a:buSzPct val="100000"/>
              <a:buChar char="●"/>
            </a:pPr>
            <a:r>
              <a:rPr lang="en" sz="1500">
                <a:solidFill>
                  <a:schemeClr val="dk1"/>
                </a:solidFill>
              </a:rPr>
              <a:t>Data Cleaning</a:t>
            </a:r>
            <a:endParaRPr sz="1500">
              <a:solidFill>
                <a:schemeClr val="dk1"/>
              </a:solidFill>
            </a:endParaRPr>
          </a:p>
          <a:p>
            <a:pPr marL="457200" lvl="0" indent="-302419" algn="l" rtl="0">
              <a:spcBef>
                <a:spcPts val="0"/>
              </a:spcBef>
              <a:spcAft>
                <a:spcPts val="0"/>
              </a:spcAft>
              <a:buClr>
                <a:schemeClr val="dk1"/>
              </a:buClr>
              <a:buSzPct val="100000"/>
              <a:buChar char="●"/>
            </a:pPr>
            <a:r>
              <a:rPr lang="en" sz="1500">
                <a:solidFill>
                  <a:schemeClr val="dk1"/>
                </a:solidFill>
              </a:rPr>
              <a:t>Data Modeling  </a:t>
            </a:r>
            <a:endParaRPr sz="1500">
              <a:solidFill>
                <a:schemeClr val="dk1"/>
              </a:solidFill>
            </a:endParaRPr>
          </a:p>
          <a:p>
            <a:pPr marL="457200" lvl="0" indent="-302419" algn="l" rtl="0">
              <a:spcBef>
                <a:spcPts val="0"/>
              </a:spcBef>
              <a:spcAft>
                <a:spcPts val="0"/>
              </a:spcAft>
              <a:buClr>
                <a:schemeClr val="dk1"/>
              </a:buClr>
              <a:buSzPct val="100000"/>
              <a:buChar char="●"/>
            </a:pPr>
            <a:r>
              <a:rPr lang="en" sz="1500">
                <a:solidFill>
                  <a:schemeClr val="dk1"/>
                </a:solidFill>
              </a:rPr>
              <a:t>Analysis</a:t>
            </a:r>
            <a:endParaRPr sz="1500">
              <a:solidFill>
                <a:schemeClr val="dk1"/>
              </a:solidFill>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70"/>
        <p:cNvGrpSpPr/>
        <p:nvPr/>
      </p:nvGrpSpPr>
      <p:grpSpPr>
        <a:xfrm>
          <a:off x="0" y="0"/>
          <a:ext cx="0" cy="0"/>
          <a:chOff x="0" y="0"/>
          <a:chExt cx="0" cy="0"/>
        </a:xfrm>
      </p:grpSpPr>
      <p:sp>
        <p:nvSpPr>
          <p:cNvPr id="71" name="Google Shape;71;p16"/>
          <p:cNvSpPr txBox="1">
            <a:spLocks noGrp="1"/>
          </p:cNvSpPr>
          <p:nvPr>
            <p:ph type="title"/>
          </p:nvPr>
        </p:nvSpPr>
        <p:spPr>
          <a:xfrm>
            <a:off x="311700" y="223284"/>
            <a:ext cx="8520600" cy="840066"/>
          </a:xfrm>
          <a:prstGeom prst="rect">
            <a:avLst/>
          </a:prstGeom>
          <a:solidFill>
            <a:srgbClr val="2C5C7B"/>
          </a:solidFill>
          <a:ln w="38100" cap="flat" cmpd="sng">
            <a:solidFill>
              <a:srgbClr val="000000"/>
            </a:solidFill>
            <a:prstDash val="solid"/>
            <a:round/>
            <a:headEnd type="none" w="sm" len="sm"/>
            <a:tailEnd type="none" w="sm" len="sm"/>
          </a:ln>
        </p:spPr>
        <p:txBody>
          <a:bodyPr spcFirstLastPara="1" wrap="square" lIns="91425" tIns="91425" rIns="91425" bIns="91425" anchor="t" anchorCtr="0">
            <a:normAutofit fontScale="90000"/>
          </a:bodyPr>
          <a:lstStyle/>
          <a:p>
            <a:pPr marL="0" lvl="0" indent="0" algn="l" rtl="0">
              <a:lnSpc>
                <a:spcPct val="115000"/>
              </a:lnSpc>
              <a:spcBef>
                <a:spcPts val="2400"/>
              </a:spcBef>
              <a:spcAft>
                <a:spcPts val="0"/>
              </a:spcAft>
              <a:buClr>
                <a:schemeClr val="dk1"/>
              </a:buClr>
              <a:buSzPct val="47826"/>
              <a:buFont typeface="Arial"/>
              <a:buNone/>
            </a:pPr>
            <a:r>
              <a:rPr lang="en" sz="2300" b="1" dirty="0"/>
              <a:t>                          </a:t>
            </a:r>
            <a:r>
              <a:rPr lang="en" sz="2633" b="1" dirty="0">
                <a:solidFill>
                  <a:schemeClr val="lt1"/>
                </a:solidFill>
              </a:rPr>
              <a:t>  GLOBAL SUPERSTORES </a:t>
            </a:r>
            <a:endParaRPr sz="2633" b="1" dirty="0">
              <a:solidFill>
                <a:schemeClr val="lt1"/>
              </a:solidFill>
            </a:endParaRPr>
          </a:p>
          <a:p>
            <a:pPr marL="0" lvl="0" indent="0" algn="l" rtl="0">
              <a:lnSpc>
                <a:spcPct val="115000"/>
              </a:lnSpc>
              <a:spcBef>
                <a:spcPts val="1200"/>
              </a:spcBef>
              <a:spcAft>
                <a:spcPts val="0"/>
              </a:spcAft>
              <a:buClr>
                <a:schemeClr val="dk1"/>
              </a:buClr>
              <a:buSzPct val="100000"/>
              <a:buFont typeface="Arial"/>
              <a:buNone/>
            </a:pPr>
            <a:endParaRPr sz="1100" dirty="0"/>
          </a:p>
          <a:p>
            <a:pPr marL="0" lvl="0" indent="0" algn="l" rtl="0">
              <a:spcBef>
                <a:spcPts val="1200"/>
              </a:spcBef>
              <a:spcAft>
                <a:spcPts val="0"/>
              </a:spcAft>
              <a:buNone/>
            </a:pPr>
            <a:endParaRPr dirty="0"/>
          </a:p>
        </p:txBody>
      </p:sp>
      <p:sp>
        <p:nvSpPr>
          <p:cNvPr id="72" name="Google Shape;72;p16"/>
          <p:cNvSpPr txBox="1">
            <a:spLocks noGrp="1"/>
          </p:cNvSpPr>
          <p:nvPr>
            <p:ph type="body" idx="1"/>
          </p:nvPr>
        </p:nvSpPr>
        <p:spPr>
          <a:xfrm>
            <a:off x="311700" y="1063350"/>
            <a:ext cx="8520600" cy="4002600"/>
          </a:xfrm>
          <a:prstGeom prst="rect">
            <a:avLst/>
          </a:prstGeom>
          <a:ln w="38100" cap="flat" cmpd="sng">
            <a:solidFill>
              <a:srgbClr val="2C5C7B"/>
            </a:solidFill>
            <a:prstDash val="solid"/>
            <a:round/>
            <a:headEnd type="none" w="sm" len="sm"/>
            <a:tailEnd type="none" w="sm" len="sm"/>
          </a:ln>
        </p:spPr>
        <p:txBody>
          <a:bodyPr spcFirstLastPara="1" wrap="square" lIns="91425" tIns="91425" rIns="91425" bIns="91425" anchor="t" anchorCtr="0">
            <a:normAutofit/>
          </a:bodyPr>
          <a:lstStyle/>
          <a:p>
            <a:pPr marL="0" lvl="0" indent="0" algn="l" rtl="0">
              <a:spcBef>
                <a:spcPts val="1200"/>
              </a:spcBef>
              <a:spcAft>
                <a:spcPts val="0"/>
              </a:spcAft>
              <a:buNone/>
            </a:pPr>
            <a:r>
              <a:rPr lang="en" sz="1100" b="1">
                <a:solidFill>
                  <a:schemeClr val="dk1"/>
                </a:solidFill>
              </a:rPr>
              <a:t>                                                 </a:t>
            </a:r>
            <a:endParaRPr sz="1500" b="1">
              <a:solidFill>
                <a:schemeClr val="dk1"/>
              </a:solidFill>
            </a:endParaRPr>
          </a:p>
          <a:p>
            <a:pPr marL="0" lvl="0" indent="0" algn="l" rtl="0">
              <a:spcBef>
                <a:spcPts val="1200"/>
              </a:spcBef>
              <a:spcAft>
                <a:spcPts val="0"/>
              </a:spcAft>
              <a:buNone/>
            </a:pPr>
            <a:r>
              <a:rPr lang="en" sz="1500" b="1">
                <a:solidFill>
                  <a:schemeClr val="dk1"/>
                </a:solidFill>
              </a:rPr>
              <a:t>                           </a:t>
            </a:r>
            <a:r>
              <a:rPr lang="en" sz="1700" b="1">
                <a:solidFill>
                  <a:schemeClr val="dk1"/>
                </a:solidFill>
              </a:rPr>
              <a:t>Executive Business Performance Review on Global</a:t>
            </a:r>
            <a:endParaRPr sz="1700" b="1">
              <a:solidFill>
                <a:schemeClr val="dk1"/>
              </a:solidFill>
            </a:endParaRPr>
          </a:p>
          <a:p>
            <a:pPr marL="0" lvl="0" indent="0" algn="l" rtl="0">
              <a:spcBef>
                <a:spcPts val="1200"/>
              </a:spcBef>
              <a:spcAft>
                <a:spcPts val="0"/>
              </a:spcAft>
              <a:buNone/>
            </a:pPr>
            <a:r>
              <a:rPr lang="en" sz="1700" b="1">
                <a:solidFill>
                  <a:schemeClr val="dk1"/>
                </a:solidFill>
              </a:rPr>
              <a:t>                                                    Superstores Sales</a:t>
            </a:r>
            <a:endParaRPr sz="1700" b="1">
              <a:solidFill>
                <a:schemeClr val="dk1"/>
              </a:solidFill>
            </a:endParaRPr>
          </a:p>
          <a:p>
            <a:pPr marL="0" lvl="0" indent="0" algn="l" rtl="0">
              <a:spcBef>
                <a:spcPts val="1200"/>
              </a:spcBef>
              <a:spcAft>
                <a:spcPts val="0"/>
              </a:spcAft>
              <a:buNone/>
            </a:pPr>
            <a:endParaRPr sz="1700" b="1">
              <a:solidFill>
                <a:schemeClr val="dk1"/>
              </a:solidFill>
            </a:endParaRPr>
          </a:p>
          <a:p>
            <a:pPr marL="0" lvl="0" indent="0" algn="l" rtl="0">
              <a:spcBef>
                <a:spcPts val="1200"/>
              </a:spcBef>
              <a:spcAft>
                <a:spcPts val="1200"/>
              </a:spcAft>
              <a:buClr>
                <a:schemeClr val="dk1"/>
              </a:buClr>
              <a:buSzPts val="1100"/>
              <a:buFont typeface="Arial"/>
              <a:buNone/>
            </a:pPr>
            <a:r>
              <a:rPr lang="en" sz="1500" b="1">
                <a:solidFill>
                  <a:schemeClr val="dk1"/>
                </a:solidFill>
              </a:rPr>
              <a:t>                                                  Reporting Period: 2011- 2014</a:t>
            </a:r>
            <a:endParaRPr sz="1500" b="1">
              <a:solidFill>
                <a:schemeClr val="dk1"/>
              </a:solidFill>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76"/>
        <p:cNvGrpSpPr/>
        <p:nvPr/>
      </p:nvGrpSpPr>
      <p:grpSpPr>
        <a:xfrm>
          <a:off x="0" y="0"/>
          <a:ext cx="0" cy="0"/>
          <a:chOff x="0" y="0"/>
          <a:chExt cx="0" cy="0"/>
        </a:xfrm>
      </p:grpSpPr>
      <p:sp>
        <p:nvSpPr>
          <p:cNvPr id="77" name="Google Shape;77;p17"/>
          <p:cNvSpPr txBox="1">
            <a:spLocks noGrp="1"/>
          </p:cNvSpPr>
          <p:nvPr>
            <p:ph type="title"/>
          </p:nvPr>
        </p:nvSpPr>
        <p:spPr>
          <a:xfrm>
            <a:off x="250600" y="0"/>
            <a:ext cx="8520600" cy="829340"/>
          </a:xfrm>
          <a:prstGeom prst="rect">
            <a:avLst/>
          </a:prstGeom>
          <a:solidFill>
            <a:srgbClr val="2C5C7B"/>
          </a:solidFill>
        </p:spPr>
        <p:txBody>
          <a:bodyPr spcFirstLastPara="1" wrap="square" lIns="91425" tIns="91425" rIns="91425" bIns="91425" anchor="t" anchorCtr="0">
            <a:normAutofit fontScale="90000"/>
          </a:bodyPr>
          <a:lstStyle/>
          <a:p>
            <a:pPr marL="0" lvl="0" indent="0" algn="l" rtl="0">
              <a:lnSpc>
                <a:spcPct val="115000"/>
              </a:lnSpc>
              <a:spcBef>
                <a:spcPts val="1400"/>
              </a:spcBef>
              <a:spcAft>
                <a:spcPts val="400"/>
              </a:spcAft>
              <a:buClr>
                <a:schemeClr val="dk1"/>
              </a:buClr>
              <a:buSzPts val="1100"/>
              <a:buFont typeface="Arial"/>
              <a:buNone/>
            </a:pPr>
            <a:r>
              <a:rPr lang="en" sz="2500" b="1" dirty="0"/>
              <a:t>                           </a:t>
            </a:r>
            <a:r>
              <a:rPr lang="en" sz="2500" b="1" dirty="0">
                <a:solidFill>
                  <a:schemeClr val="lt1"/>
                </a:solidFill>
              </a:rPr>
              <a:t>BUSINESS PROBLEM</a:t>
            </a:r>
            <a:endParaRPr sz="4000" dirty="0">
              <a:solidFill>
                <a:schemeClr val="lt1"/>
              </a:solidFill>
            </a:endParaRPr>
          </a:p>
        </p:txBody>
      </p:sp>
      <p:sp>
        <p:nvSpPr>
          <p:cNvPr id="78" name="Google Shape;78;p17"/>
          <p:cNvSpPr txBox="1">
            <a:spLocks noGrp="1"/>
          </p:cNvSpPr>
          <p:nvPr>
            <p:ph type="body" idx="1"/>
          </p:nvPr>
        </p:nvSpPr>
        <p:spPr>
          <a:xfrm>
            <a:off x="250600" y="686475"/>
            <a:ext cx="8520600" cy="3882600"/>
          </a:xfrm>
          <a:prstGeom prst="rect">
            <a:avLst/>
          </a:prstGeom>
          <a:ln w="38100" cap="flat" cmpd="sng">
            <a:solidFill>
              <a:srgbClr val="2C5C7B"/>
            </a:solidFill>
            <a:prstDash val="solid"/>
            <a:round/>
            <a:headEnd type="none" w="sm" len="sm"/>
            <a:tailEnd type="none" w="sm" len="sm"/>
          </a:ln>
        </p:spPr>
        <p:txBody>
          <a:bodyPr spcFirstLastPara="1" wrap="square" lIns="91425" tIns="91425" rIns="91425" bIns="91425" anchor="t" anchorCtr="0">
            <a:normAutofit/>
          </a:bodyPr>
          <a:lstStyle/>
          <a:p>
            <a:pPr marL="0" lvl="0" indent="0" algn="l" rtl="0">
              <a:spcBef>
                <a:spcPts val="1200"/>
              </a:spcBef>
              <a:spcAft>
                <a:spcPts val="0"/>
              </a:spcAft>
              <a:buNone/>
            </a:pPr>
            <a:r>
              <a:rPr lang="en">
                <a:solidFill>
                  <a:schemeClr val="dk1"/>
                </a:solidFill>
              </a:rPr>
              <a:t>Global Superstore generates strong sales across different products, customers, and regions, but management needs a clearer understanding of what drives revenue and profitability. The company aims to identify its most valuable customers and best-performing products, understand sales trends throughout the year, improve delivery performance, and uncover opportunities to increase sales, reduce losses, and support sustainable business growth. </a:t>
            </a:r>
            <a:endParaRPr>
              <a:solidFill>
                <a:schemeClr val="dk1"/>
              </a:solidFill>
            </a:endParaRPr>
          </a:p>
          <a:p>
            <a:pPr marL="0" lvl="0" indent="0" algn="l" rtl="0">
              <a:spcBef>
                <a:spcPts val="1200"/>
              </a:spcBef>
              <a:spcAft>
                <a:spcPts val="0"/>
              </a:spcAft>
              <a:buClr>
                <a:schemeClr val="dk1"/>
              </a:buClr>
              <a:buSzPts val="1100"/>
              <a:buFont typeface="Arial"/>
              <a:buNone/>
            </a:pPr>
            <a:endParaRPr sz="2101">
              <a:solidFill>
                <a:schemeClr val="dk1"/>
              </a:solidFill>
            </a:endParaRPr>
          </a:p>
          <a:p>
            <a:pPr marL="0" lvl="0" indent="0" algn="l" rtl="0">
              <a:spcBef>
                <a:spcPts val="1200"/>
              </a:spcBef>
              <a:spcAft>
                <a:spcPts val="0"/>
              </a:spcAft>
              <a:buNone/>
            </a:pPr>
            <a:endParaRPr sz="1100">
              <a:solidFill>
                <a:schemeClr val="dk1"/>
              </a:solidFill>
            </a:endParaRPr>
          </a:p>
          <a:p>
            <a:pPr marL="0" lvl="0" indent="0" algn="l" rtl="0">
              <a:spcBef>
                <a:spcPts val="1200"/>
              </a:spcBef>
              <a:spcAft>
                <a:spcPts val="0"/>
              </a:spcAft>
              <a:buClr>
                <a:schemeClr val="dk1"/>
              </a:buClr>
              <a:buSzPts val="1100"/>
              <a:buFont typeface="Arial"/>
              <a:buNone/>
            </a:pPr>
            <a:endParaRPr sz="1300">
              <a:solidFill>
                <a:schemeClr val="dk1"/>
              </a:solidFill>
            </a:endParaRPr>
          </a:p>
          <a:p>
            <a:pPr marL="0" lvl="0" indent="0" algn="l" rtl="0">
              <a:spcBef>
                <a:spcPts val="1200"/>
              </a:spcBef>
              <a:spcAft>
                <a:spcPts val="1200"/>
              </a:spcAft>
              <a:buNone/>
            </a:pPr>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82"/>
        <p:cNvGrpSpPr/>
        <p:nvPr/>
      </p:nvGrpSpPr>
      <p:grpSpPr>
        <a:xfrm>
          <a:off x="0" y="0"/>
          <a:ext cx="0" cy="0"/>
          <a:chOff x="0" y="0"/>
          <a:chExt cx="0" cy="0"/>
        </a:xfrm>
      </p:grpSpPr>
      <p:sp>
        <p:nvSpPr>
          <p:cNvPr id="83" name="Google Shape;83;p18"/>
          <p:cNvSpPr txBox="1">
            <a:spLocks noGrp="1"/>
          </p:cNvSpPr>
          <p:nvPr>
            <p:ph type="title"/>
          </p:nvPr>
        </p:nvSpPr>
        <p:spPr>
          <a:xfrm>
            <a:off x="311700" y="170025"/>
            <a:ext cx="8520600" cy="572700"/>
          </a:xfrm>
          <a:prstGeom prst="rect">
            <a:avLst/>
          </a:prstGeom>
          <a:solidFill>
            <a:srgbClr val="2C5C7B"/>
          </a:solidFill>
        </p:spPr>
        <p:txBody>
          <a:bodyPr spcFirstLastPara="1" wrap="square" lIns="91425" tIns="91425" rIns="91425" bIns="91425" anchor="t" anchorCtr="0">
            <a:normAutofit fontScale="90000"/>
          </a:bodyPr>
          <a:lstStyle/>
          <a:p>
            <a:pPr marL="0" lvl="0" indent="0" algn="l" rtl="0">
              <a:spcBef>
                <a:spcPts val="0"/>
              </a:spcBef>
              <a:spcAft>
                <a:spcPts val="0"/>
              </a:spcAft>
              <a:buNone/>
            </a:pPr>
            <a:r>
              <a:rPr lang="en" b="1"/>
              <a:t>                             </a:t>
            </a:r>
            <a:r>
              <a:rPr lang="en" b="1">
                <a:solidFill>
                  <a:schemeClr val="lt1"/>
                </a:solidFill>
              </a:rPr>
              <a:t>PROJECT OBJECTIVES</a:t>
            </a:r>
            <a:endParaRPr b="1">
              <a:solidFill>
                <a:schemeClr val="lt1"/>
              </a:solidFill>
            </a:endParaRPr>
          </a:p>
        </p:txBody>
      </p:sp>
      <p:sp>
        <p:nvSpPr>
          <p:cNvPr id="84" name="Google Shape;84;p18"/>
          <p:cNvSpPr txBox="1">
            <a:spLocks noGrp="1"/>
          </p:cNvSpPr>
          <p:nvPr>
            <p:ph type="body" idx="1"/>
          </p:nvPr>
        </p:nvSpPr>
        <p:spPr>
          <a:xfrm>
            <a:off x="311700" y="742725"/>
            <a:ext cx="8520600" cy="3951900"/>
          </a:xfrm>
          <a:prstGeom prst="rect">
            <a:avLst/>
          </a:prstGeom>
          <a:ln w="38100" cap="flat" cmpd="sng">
            <a:solidFill>
              <a:srgbClr val="2C5C7B"/>
            </a:solidFill>
            <a:prstDash val="solid"/>
            <a:round/>
            <a:headEnd type="none" w="sm" len="sm"/>
            <a:tailEnd type="none" w="sm" len="sm"/>
          </a:ln>
        </p:spPr>
        <p:txBody>
          <a:bodyPr spcFirstLastPara="1" wrap="square" lIns="91425" tIns="91425" rIns="91425" bIns="91425" anchor="t" anchorCtr="0">
            <a:normAutofit/>
          </a:bodyPr>
          <a:lstStyle/>
          <a:p>
            <a:pPr marL="0" lvl="0" indent="0" algn="l" rtl="0">
              <a:spcBef>
                <a:spcPts val="1200"/>
              </a:spcBef>
              <a:spcAft>
                <a:spcPts val="0"/>
              </a:spcAft>
              <a:buNone/>
            </a:pPr>
            <a:r>
              <a:rPr lang="en" sz="1900">
                <a:solidFill>
                  <a:schemeClr val="dk1"/>
                </a:solidFill>
              </a:rPr>
              <a:t>This project aims to analyze Global Superstore's sales, customer, product, and shipping data to uncover key business insights. The analysis focuses on identifying the most valuable customer segments, evaluating product performance and profitability, understanding sales trends and seasonal patterns, assessing shipping efficiency, and providing actionable recommendations that support better decision-making, improve operational performance, and drive business growth. </a:t>
            </a:r>
            <a:endParaRPr sz="2887">
              <a:solidFill>
                <a:schemeClr val="dk1"/>
              </a:solidFill>
            </a:endParaRPr>
          </a:p>
          <a:p>
            <a:pPr marL="0" lvl="0" indent="0" algn="l" rtl="0">
              <a:spcBef>
                <a:spcPts val="1200"/>
              </a:spcBef>
              <a:spcAft>
                <a:spcPts val="0"/>
              </a:spcAft>
              <a:buNone/>
            </a:pPr>
            <a:endParaRPr sz="2087">
              <a:solidFill>
                <a:schemeClr val="dk1"/>
              </a:solidFill>
            </a:endParaRPr>
          </a:p>
          <a:p>
            <a:pPr marL="0" lvl="0" indent="0" algn="l" rtl="0">
              <a:spcBef>
                <a:spcPts val="1200"/>
              </a:spcBef>
              <a:spcAft>
                <a:spcPts val="0"/>
              </a:spcAft>
              <a:buNone/>
            </a:pPr>
            <a:endParaRPr sz="1100">
              <a:solidFill>
                <a:schemeClr val="dk1"/>
              </a:solidFill>
            </a:endParaRPr>
          </a:p>
          <a:p>
            <a:pPr marL="0" lvl="0" indent="0" algn="l" rtl="0">
              <a:spcBef>
                <a:spcPts val="1200"/>
              </a:spcBef>
              <a:spcAft>
                <a:spcPts val="1200"/>
              </a:spcAft>
              <a:buClr>
                <a:schemeClr val="dk1"/>
              </a:buClr>
              <a:buSzPts val="1100"/>
              <a:buFont typeface="Arial"/>
              <a:buNone/>
            </a:pPr>
            <a:endParaRPr sz="1100">
              <a:solidFill>
                <a:schemeClr val="dk1"/>
              </a:solidFill>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88"/>
        <p:cNvGrpSpPr/>
        <p:nvPr/>
      </p:nvGrpSpPr>
      <p:grpSpPr>
        <a:xfrm>
          <a:off x="0" y="0"/>
          <a:ext cx="0" cy="0"/>
          <a:chOff x="0" y="0"/>
          <a:chExt cx="0" cy="0"/>
        </a:xfrm>
      </p:grpSpPr>
      <p:sp>
        <p:nvSpPr>
          <p:cNvPr id="89" name="Google Shape;89;p19"/>
          <p:cNvSpPr txBox="1">
            <a:spLocks noGrp="1"/>
          </p:cNvSpPr>
          <p:nvPr>
            <p:ph type="title"/>
          </p:nvPr>
        </p:nvSpPr>
        <p:spPr>
          <a:xfrm>
            <a:off x="311700" y="445025"/>
            <a:ext cx="8520600" cy="572700"/>
          </a:xfrm>
          <a:prstGeom prst="rect">
            <a:avLst/>
          </a:prstGeom>
          <a:solidFill>
            <a:srgbClr val="2C5C7B"/>
          </a:solidFill>
        </p:spPr>
        <p:txBody>
          <a:bodyPr spcFirstLastPara="1" wrap="square" lIns="91425" tIns="91425" rIns="91425" bIns="91425" anchor="t" anchorCtr="0">
            <a:normAutofit fontScale="90000"/>
          </a:bodyPr>
          <a:lstStyle/>
          <a:p>
            <a:pPr marL="0" lvl="0" indent="0" algn="l" rtl="0">
              <a:spcBef>
                <a:spcPts val="0"/>
              </a:spcBef>
              <a:spcAft>
                <a:spcPts val="0"/>
              </a:spcAft>
              <a:buNone/>
            </a:pPr>
            <a:r>
              <a:rPr lang="en"/>
              <a:t>                             </a:t>
            </a:r>
            <a:r>
              <a:rPr lang="en" sz="2467" b="1">
                <a:solidFill>
                  <a:schemeClr val="lt1"/>
                </a:solidFill>
              </a:rPr>
              <a:t>PROJECT APPROACH</a:t>
            </a:r>
            <a:endParaRPr sz="2467" b="1">
              <a:solidFill>
                <a:schemeClr val="lt1"/>
              </a:solidFill>
            </a:endParaRPr>
          </a:p>
        </p:txBody>
      </p:sp>
      <p:sp>
        <p:nvSpPr>
          <p:cNvPr id="90" name="Google Shape;90;p19"/>
          <p:cNvSpPr txBox="1">
            <a:spLocks noGrp="1"/>
          </p:cNvSpPr>
          <p:nvPr>
            <p:ph type="body" idx="1"/>
          </p:nvPr>
        </p:nvSpPr>
        <p:spPr>
          <a:xfrm>
            <a:off x="311700" y="1060375"/>
            <a:ext cx="8520600" cy="3551100"/>
          </a:xfrm>
          <a:prstGeom prst="rect">
            <a:avLst/>
          </a:prstGeom>
          <a:ln w="38100" cap="flat" cmpd="sng">
            <a:solidFill>
              <a:srgbClr val="2C5C7B"/>
            </a:solidFill>
            <a:prstDash val="solid"/>
            <a:round/>
            <a:headEnd type="none" w="sm" len="sm"/>
            <a:tailEnd type="none" w="sm" len="sm"/>
          </a:ln>
        </p:spPr>
        <p:txBody>
          <a:bodyPr spcFirstLastPara="1" wrap="square" lIns="91425" tIns="91425" rIns="91425" bIns="91425" anchor="t" anchorCtr="0">
            <a:normAutofit/>
          </a:bodyPr>
          <a:lstStyle/>
          <a:p>
            <a:pPr marL="0" lvl="0" indent="0" algn="l" rtl="0">
              <a:spcBef>
                <a:spcPts val="1400"/>
              </a:spcBef>
              <a:spcAft>
                <a:spcPts val="0"/>
              </a:spcAft>
              <a:buNone/>
            </a:pPr>
            <a:endParaRPr sz="1300" b="1">
              <a:solidFill>
                <a:schemeClr val="dk1"/>
              </a:solidFill>
            </a:endParaRPr>
          </a:p>
          <a:p>
            <a:pPr marL="457200" lvl="0" indent="-323850" algn="l" rtl="0">
              <a:spcBef>
                <a:spcPts val="1200"/>
              </a:spcBef>
              <a:spcAft>
                <a:spcPts val="0"/>
              </a:spcAft>
              <a:buClr>
                <a:schemeClr val="dk1"/>
              </a:buClr>
              <a:buSzPts val="1500"/>
              <a:buAutoNum type="arabicPeriod"/>
            </a:pPr>
            <a:r>
              <a:rPr lang="en" sz="1500">
                <a:solidFill>
                  <a:schemeClr val="dk1"/>
                </a:solidFill>
              </a:rPr>
              <a:t>Excel was used to clean, organize, and prepare the Global Superstore dataset for analysis.</a:t>
            </a:r>
            <a:endParaRPr sz="1500">
              <a:solidFill>
                <a:schemeClr val="dk1"/>
              </a:solidFill>
            </a:endParaRPr>
          </a:p>
          <a:p>
            <a:pPr marL="457200" lvl="0" indent="-323850" algn="l" rtl="0">
              <a:spcBef>
                <a:spcPts val="0"/>
              </a:spcBef>
              <a:spcAft>
                <a:spcPts val="0"/>
              </a:spcAft>
              <a:buClr>
                <a:schemeClr val="dk1"/>
              </a:buClr>
              <a:buSzPts val="1500"/>
              <a:buAutoNum type="arabicPeriod"/>
            </a:pPr>
            <a:r>
              <a:rPr lang="en" sz="1500">
                <a:solidFill>
                  <a:schemeClr val="dk1"/>
                </a:solidFill>
              </a:rPr>
              <a:t>The cleaned data was imported into Tableau for visualization and dashboard creation.</a:t>
            </a:r>
            <a:endParaRPr sz="1500">
              <a:solidFill>
                <a:schemeClr val="dk1"/>
              </a:solidFill>
            </a:endParaRPr>
          </a:p>
          <a:p>
            <a:pPr marL="457200" lvl="0" indent="-323850" algn="l" rtl="0">
              <a:spcBef>
                <a:spcPts val="0"/>
              </a:spcBef>
              <a:spcAft>
                <a:spcPts val="0"/>
              </a:spcAft>
              <a:buClr>
                <a:schemeClr val="dk1"/>
              </a:buClr>
              <a:buSzPts val="1500"/>
              <a:buAutoNum type="arabicPeriod"/>
            </a:pPr>
            <a:r>
              <a:rPr lang="en" sz="1500">
                <a:solidFill>
                  <a:schemeClr val="dk1"/>
                </a:solidFill>
              </a:rPr>
              <a:t>Tableau dashboards were built to analyze sales, customers, products, and shipping performance.</a:t>
            </a:r>
            <a:endParaRPr sz="1500">
              <a:solidFill>
                <a:schemeClr val="dk1"/>
              </a:solidFill>
            </a:endParaRPr>
          </a:p>
          <a:p>
            <a:pPr marL="457200" lvl="0" indent="-323850" algn="l" rtl="0">
              <a:spcBef>
                <a:spcPts val="0"/>
              </a:spcBef>
              <a:spcAft>
                <a:spcPts val="0"/>
              </a:spcAft>
              <a:buClr>
                <a:schemeClr val="dk1"/>
              </a:buClr>
              <a:buSzPts val="1500"/>
              <a:buAutoNum type="arabicPeriod"/>
            </a:pPr>
            <a:r>
              <a:rPr lang="en" sz="1500">
                <a:solidFill>
                  <a:schemeClr val="dk1"/>
                </a:solidFill>
              </a:rPr>
              <a:t>Key metrics and trends were explored across regions, segments, and product categories.</a:t>
            </a:r>
            <a:endParaRPr sz="1500">
              <a:solidFill>
                <a:schemeClr val="dk1"/>
              </a:solidFill>
            </a:endParaRPr>
          </a:p>
          <a:p>
            <a:pPr marL="457200" lvl="0" indent="-323850" algn="l" rtl="0">
              <a:spcBef>
                <a:spcPts val="0"/>
              </a:spcBef>
              <a:spcAft>
                <a:spcPts val="0"/>
              </a:spcAft>
              <a:buClr>
                <a:schemeClr val="dk1"/>
              </a:buClr>
              <a:buSzPts val="1500"/>
              <a:buAutoNum type="arabicPeriod"/>
            </a:pPr>
            <a:r>
              <a:rPr lang="en" sz="1500">
                <a:solidFill>
                  <a:schemeClr val="dk1"/>
                </a:solidFill>
              </a:rPr>
              <a:t>Visual insights were developed to support clear, data-driven business decision-making.</a:t>
            </a:r>
            <a:endParaRPr sz="1500">
              <a:solidFill>
                <a:schemeClr val="dk1"/>
              </a:solidFill>
            </a:endParaRPr>
          </a:p>
          <a:p>
            <a:pPr marL="457200" lvl="0" indent="0" algn="l" rtl="0">
              <a:spcBef>
                <a:spcPts val="1200"/>
              </a:spcBef>
              <a:spcAft>
                <a:spcPts val="1200"/>
              </a:spcAft>
              <a:buNone/>
            </a:pPr>
            <a:endParaRPr sz="1500">
              <a:solidFill>
                <a:schemeClr val="dk1"/>
              </a:solidFill>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94"/>
        <p:cNvGrpSpPr/>
        <p:nvPr/>
      </p:nvGrpSpPr>
      <p:grpSpPr>
        <a:xfrm>
          <a:off x="0" y="0"/>
          <a:ext cx="0" cy="0"/>
          <a:chOff x="0" y="0"/>
          <a:chExt cx="0" cy="0"/>
        </a:xfrm>
      </p:grpSpPr>
      <p:sp>
        <p:nvSpPr>
          <p:cNvPr id="95" name="Google Shape;95;p20"/>
          <p:cNvSpPr txBox="1">
            <a:spLocks noGrp="1"/>
          </p:cNvSpPr>
          <p:nvPr>
            <p:ph type="title"/>
          </p:nvPr>
        </p:nvSpPr>
        <p:spPr>
          <a:xfrm>
            <a:off x="215925" y="129300"/>
            <a:ext cx="8928000" cy="461700"/>
          </a:xfrm>
          <a:prstGeom prst="rect">
            <a:avLst/>
          </a:prstGeom>
          <a:solidFill>
            <a:srgbClr val="2C5C7B"/>
          </a:solidFill>
        </p:spPr>
        <p:txBody>
          <a:bodyPr spcFirstLastPara="1" wrap="square" lIns="91425" tIns="91425" rIns="91425" bIns="91425" anchor="t" anchorCtr="0">
            <a:normAutofit fontScale="90000"/>
          </a:bodyPr>
          <a:lstStyle/>
          <a:p>
            <a:pPr marL="0" lvl="0" indent="0" algn="l" rtl="0">
              <a:spcBef>
                <a:spcPts val="0"/>
              </a:spcBef>
              <a:spcAft>
                <a:spcPts val="0"/>
              </a:spcAft>
              <a:buNone/>
            </a:pPr>
            <a:r>
              <a:rPr lang="en" sz="1800">
                <a:solidFill>
                  <a:schemeClr val="dk2"/>
                </a:solidFill>
              </a:rPr>
              <a:t>                                                </a:t>
            </a:r>
            <a:r>
              <a:rPr lang="en" sz="1800">
                <a:solidFill>
                  <a:schemeClr val="lt1"/>
                </a:solidFill>
              </a:rPr>
              <a:t> </a:t>
            </a:r>
            <a:r>
              <a:rPr lang="en" sz="2456" b="1">
                <a:solidFill>
                  <a:schemeClr val="lt1"/>
                </a:solidFill>
              </a:rPr>
              <a:t> ANALYSIS TOOL</a:t>
            </a:r>
            <a:endParaRPr sz="3456" b="1">
              <a:solidFill>
                <a:schemeClr val="lt1"/>
              </a:solidFill>
            </a:endParaRPr>
          </a:p>
        </p:txBody>
      </p:sp>
      <p:sp>
        <p:nvSpPr>
          <p:cNvPr id="96" name="Google Shape;96;p20"/>
          <p:cNvSpPr txBox="1">
            <a:spLocks noGrp="1"/>
          </p:cNvSpPr>
          <p:nvPr>
            <p:ph type="body" idx="1"/>
          </p:nvPr>
        </p:nvSpPr>
        <p:spPr>
          <a:xfrm>
            <a:off x="215925" y="584850"/>
            <a:ext cx="8928000" cy="4308000"/>
          </a:xfrm>
          <a:prstGeom prst="rect">
            <a:avLst/>
          </a:prstGeom>
          <a:ln w="38100" cap="flat" cmpd="sng">
            <a:solidFill>
              <a:srgbClr val="2C5C7B"/>
            </a:solidFill>
            <a:prstDash val="solid"/>
            <a:round/>
            <a:headEnd type="none" w="sm" len="sm"/>
            <a:tailEnd type="none" w="sm" len="sm"/>
          </a:ln>
        </p:spPr>
        <p:txBody>
          <a:bodyPr spcFirstLastPara="1" wrap="square" lIns="91425" tIns="91425" rIns="91425" bIns="91425" anchor="t" anchorCtr="0">
            <a:normAutofit/>
          </a:bodyPr>
          <a:lstStyle/>
          <a:p>
            <a:pPr marL="0" lvl="0" indent="0" algn="l" rtl="0">
              <a:lnSpc>
                <a:spcPct val="95000"/>
              </a:lnSpc>
              <a:spcBef>
                <a:spcPts val="1200"/>
              </a:spcBef>
              <a:spcAft>
                <a:spcPts val="0"/>
              </a:spcAft>
              <a:buClr>
                <a:schemeClr val="dk1"/>
              </a:buClr>
              <a:buSzPts val="935"/>
              <a:buFont typeface="Arial"/>
              <a:buNone/>
            </a:pPr>
            <a:endParaRPr sz="1530">
              <a:solidFill>
                <a:schemeClr val="dk1"/>
              </a:solidFill>
            </a:endParaRPr>
          </a:p>
          <a:p>
            <a:pPr marL="0" lvl="0" indent="0" algn="l" rtl="0">
              <a:lnSpc>
                <a:spcPct val="95000"/>
              </a:lnSpc>
              <a:spcBef>
                <a:spcPts val="1200"/>
              </a:spcBef>
              <a:spcAft>
                <a:spcPts val="0"/>
              </a:spcAft>
              <a:buClr>
                <a:schemeClr val="dk1"/>
              </a:buClr>
              <a:buSzPts val="935"/>
              <a:buFont typeface="Arial"/>
              <a:buNone/>
            </a:pPr>
            <a:r>
              <a:rPr lang="en" sz="1530">
                <a:solidFill>
                  <a:schemeClr val="dk1"/>
                </a:solidFill>
              </a:rPr>
              <a:t>All analysis and insights were developed using Tableau through interactive dashboards that visualize sales performance, customer behavior, product trends, and shipping efficiency. </a:t>
            </a:r>
            <a:r>
              <a:rPr lang="en" sz="1230">
                <a:solidFill>
                  <a:schemeClr val="dk1"/>
                </a:solidFill>
              </a:rPr>
              <a:t>.</a:t>
            </a:r>
            <a:endParaRPr sz="1230">
              <a:solidFill>
                <a:schemeClr val="dk1"/>
              </a:solidFill>
            </a:endParaRPr>
          </a:p>
          <a:p>
            <a:pPr marL="0" lvl="0" indent="0" algn="l" rtl="0">
              <a:lnSpc>
                <a:spcPct val="95000"/>
              </a:lnSpc>
              <a:spcBef>
                <a:spcPts val="1200"/>
              </a:spcBef>
              <a:spcAft>
                <a:spcPts val="1200"/>
              </a:spcAft>
              <a:buSzPts val="935"/>
              <a:buNone/>
            </a:pPr>
            <a:endParaRPr sz="1530"/>
          </a:p>
        </p:txBody>
      </p:sp>
      <p:sp>
        <p:nvSpPr>
          <p:cNvPr id="97" name="Google Shape;97;p20"/>
          <p:cNvSpPr txBox="1"/>
          <p:nvPr/>
        </p:nvSpPr>
        <p:spPr>
          <a:xfrm>
            <a:off x="4992750" y="747600"/>
            <a:ext cx="4173900" cy="4617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endParaRPr sz="1800">
              <a:solidFill>
                <a:schemeClr val="dk2"/>
              </a:solidFill>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101"/>
        <p:cNvGrpSpPr/>
        <p:nvPr/>
      </p:nvGrpSpPr>
      <p:grpSpPr>
        <a:xfrm>
          <a:off x="0" y="0"/>
          <a:ext cx="0" cy="0"/>
          <a:chOff x="0" y="0"/>
          <a:chExt cx="0" cy="0"/>
        </a:xfrm>
      </p:grpSpPr>
      <p:sp>
        <p:nvSpPr>
          <p:cNvPr id="102" name="Google Shape;102;p21"/>
          <p:cNvSpPr txBox="1">
            <a:spLocks noGrp="1"/>
          </p:cNvSpPr>
          <p:nvPr>
            <p:ph type="title"/>
          </p:nvPr>
        </p:nvSpPr>
        <p:spPr>
          <a:xfrm>
            <a:off x="311700" y="105925"/>
            <a:ext cx="8520600" cy="911700"/>
          </a:xfrm>
          <a:prstGeom prst="rect">
            <a:avLst/>
          </a:prstGeom>
          <a:solidFill>
            <a:srgbClr val="2C5C7B"/>
          </a:solidFill>
        </p:spPr>
        <p:txBody>
          <a:bodyPr spcFirstLastPara="1" wrap="square" lIns="91425" tIns="91425" rIns="91425" bIns="91425" anchor="t" anchorCtr="0">
            <a:normAutofit/>
          </a:bodyPr>
          <a:lstStyle/>
          <a:p>
            <a:pPr marL="0" lvl="0" indent="0" algn="l" rtl="0">
              <a:spcBef>
                <a:spcPts val="0"/>
              </a:spcBef>
              <a:spcAft>
                <a:spcPts val="0"/>
              </a:spcAft>
              <a:buNone/>
            </a:pPr>
            <a:r>
              <a:rPr lang="en"/>
              <a:t>                                </a:t>
            </a:r>
            <a:r>
              <a:rPr lang="en" b="1">
                <a:solidFill>
                  <a:schemeClr val="lt1"/>
                </a:solidFill>
              </a:rPr>
              <a:t>DASHBOARDS</a:t>
            </a:r>
            <a:endParaRPr b="1">
              <a:solidFill>
                <a:schemeClr val="lt1"/>
              </a:solidFill>
            </a:endParaRPr>
          </a:p>
        </p:txBody>
      </p:sp>
      <p:sp>
        <p:nvSpPr>
          <p:cNvPr id="103" name="Google Shape;103;p21"/>
          <p:cNvSpPr txBox="1">
            <a:spLocks noGrp="1"/>
          </p:cNvSpPr>
          <p:nvPr>
            <p:ph type="body" idx="1"/>
          </p:nvPr>
        </p:nvSpPr>
        <p:spPr>
          <a:xfrm>
            <a:off x="311700" y="1017625"/>
            <a:ext cx="8520600" cy="3773400"/>
          </a:xfrm>
          <a:prstGeom prst="rect">
            <a:avLst/>
          </a:prstGeom>
          <a:ln w="38100" cap="flat" cmpd="sng">
            <a:solidFill>
              <a:srgbClr val="2C5C7B"/>
            </a:solidFill>
            <a:prstDash val="solid"/>
            <a:round/>
            <a:headEnd type="none" w="sm" len="sm"/>
            <a:tailEnd type="none" w="sm" len="sm"/>
          </a:ln>
        </p:spPr>
        <p:txBody>
          <a:bodyPr spcFirstLastPara="1" wrap="square" lIns="91425" tIns="91425" rIns="91425" bIns="91425" anchor="t" anchorCtr="0">
            <a:normAutofit lnSpcReduction="20000"/>
          </a:bodyPr>
          <a:lstStyle/>
          <a:p>
            <a:pPr marL="0" lvl="0" indent="0" algn="l" rtl="0">
              <a:spcBef>
                <a:spcPts val="1400"/>
              </a:spcBef>
              <a:spcAft>
                <a:spcPts val="0"/>
              </a:spcAft>
              <a:buClr>
                <a:schemeClr val="dk1"/>
              </a:buClr>
              <a:buSzPts val="1100"/>
              <a:buFont typeface="Arial"/>
              <a:buNone/>
            </a:pPr>
            <a:r>
              <a:rPr lang="en" sz="1400">
                <a:solidFill>
                  <a:schemeClr val="dk1"/>
                </a:solidFill>
              </a:rPr>
              <a:t>Dashboards were built in Tableau to provide clear, interactive insights into the performance of the Global Superstore business. Data from the Global Superstore dataset was connected and modeled, key metrics were visualized using charts, maps, and KPI banners, and interactive filters were added for Market, Year, and Sub-Category. The result is an easy-to-use set of dashboards that lets executives, finance managers, and operations teams quickly explore business performance and make data-driven informed decisions. </a:t>
            </a:r>
            <a:endParaRPr sz="1400" b="1">
              <a:solidFill>
                <a:schemeClr val="dk1"/>
              </a:solidFill>
            </a:endParaRPr>
          </a:p>
          <a:p>
            <a:pPr marL="0" lvl="0" indent="0" algn="l" rtl="0">
              <a:spcBef>
                <a:spcPts val="1200"/>
              </a:spcBef>
              <a:spcAft>
                <a:spcPts val="0"/>
              </a:spcAft>
              <a:buClr>
                <a:schemeClr val="dk1"/>
              </a:buClr>
              <a:buSzPts val="1100"/>
              <a:buFont typeface="Arial"/>
              <a:buNone/>
            </a:pPr>
            <a:r>
              <a:rPr lang="en" sz="1392" b="1">
                <a:solidFill>
                  <a:schemeClr val="dk1"/>
                </a:solidFill>
              </a:rPr>
              <a:t> Global Sales Command Centre</a:t>
            </a:r>
            <a:r>
              <a:rPr lang="en" sz="1392">
                <a:solidFill>
                  <a:schemeClr val="dk1"/>
                </a:solidFill>
              </a:rPr>
              <a:t> </a:t>
            </a:r>
            <a:endParaRPr sz="1392">
              <a:solidFill>
                <a:schemeClr val="dk1"/>
              </a:solidFill>
            </a:endParaRPr>
          </a:p>
          <a:p>
            <a:pPr marL="0" lvl="0" indent="0" algn="l" rtl="0">
              <a:spcBef>
                <a:spcPts val="1200"/>
              </a:spcBef>
              <a:spcAft>
                <a:spcPts val="0"/>
              </a:spcAft>
              <a:buClr>
                <a:schemeClr val="dk1"/>
              </a:buClr>
              <a:buSzPts val="1100"/>
              <a:buFont typeface="Arial"/>
              <a:buNone/>
            </a:pPr>
            <a:r>
              <a:rPr lang="en" sz="1392">
                <a:solidFill>
                  <a:schemeClr val="dk1"/>
                </a:solidFill>
              </a:rPr>
              <a:t>                       ↓</a:t>
            </a:r>
            <a:endParaRPr sz="1392">
              <a:solidFill>
                <a:schemeClr val="dk1"/>
              </a:solidFill>
            </a:endParaRPr>
          </a:p>
          <a:p>
            <a:pPr marL="0" lvl="0" indent="0" algn="l" rtl="0">
              <a:spcBef>
                <a:spcPts val="1200"/>
              </a:spcBef>
              <a:spcAft>
                <a:spcPts val="0"/>
              </a:spcAft>
              <a:buClr>
                <a:schemeClr val="dk1"/>
              </a:buClr>
              <a:buSzPts val="1100"/>
              <a:buFont typeface="Arial"/>
              <a:buNone/>
            </a:pPr>
            <a:r>
              <a:rPr lang="en" sz="1392">
                <a:solidFill>
                  <a:schemeClr val="dk1"/>
                </a:solidFill>
              </a:rPr>
              <a:t> </a:t>
            </a:r>
            <a:r>
              <a:rPr lang="en" sz="1392" b="1">
                <a:solidFill>
                  <a:schemeClr val="dk1"/>
                </a:solidFill>
              </a:rPr>
              <a:t>Profitability Deep-Dive</a:t>
            </a:r>
            <a:r>
              <a:rPr lang="en" sz="1392">
                <a:solidFill>
                  <a:schemeClr val="dk1"/>
                </a:solidFill>
              </a:rPr>
              <a:t> </a:t>
            </a:r>
            <a:endParaRPr sz="1392">
              <a:solidFill>
                <a:schemeClr val="dk1"/>
              </a:solidFill>
            </a:endParaRPr>
          </a:p>
          <a:p>
            <a:pPr marL="0" lvl="0" indent="0" algn="l" rtl="0">
              <a:spcBef>
                <a:spcPts val="1200"/>
              </a:spcBef>
              <a:spcAft>
                <a:spcPts val="0"/>
              </a:spcAft>
              <a:buClr>
                <a:schemeClr val="dk1"/>
              </a:buClr>
              <a:buSzPts val="1100"/>
              <a:buFont typeface="Arial"/>
              <a:buNone/>
            </a:pPr>
            <a:r>
              <a:rPr lang="en" sz="1392">
                <a:solidFill>
                  <a:schemeClr val="dk1"/>
                </a:solidFill>
              </a:rPr>
              <a:t>                       ↓</a:t>
            </a:r>
            <a:endParaRPr sz="1392">
              <a:solidFill>
                <a:schemeClr val="dk1"/>
              </a:solidFill>
            </a:endParaRPr>
          </a:p>
          <a:p>
            <a:pPr marL="0" lvl="0" indent="0" algn="l" rtl="0">
              <a:spcBef>
                <a:spcPts val="1200"/>
              </a:spcBef>
              <a:spcAft>
                <a:spcPts val="0"/>
              </a:spcAft>
              <a:buClr>
                <a:schemeClr val="dk1"/>
              </a:buClr>
              <a:buSzPts val="1100"/>
              <a:buFont typeface="Arial"/>
              <a:buNone/>
            </a:pPr>
            <a:r>
              <a:rPr lang="en" sz="1392">
                <a:solidFill>
                  <a:schemeClr val="dk1"/>
                </a:solidFill>
              </a:rPr>
              <a:t> </a:t>
            </a:r>
            <a:r>
              <a:rPr lang="en" sz="1392" b="1">
                <a:solidFill>
                  <a:schemeClr val="dk1"/>
                </a:solidFill>
              </a:rPr>
              <a:t>Operations &amp; Trends</a:t>
            </a:r>
            <a:r>
              <a:rPr lang="en" sz="1392">
                <a:solidFill>
                  <a:schemeClr val="dk1"/>
                </a:solidFill>
              </a:rPr>
              <a:t> </a:t>
            </a:r>
            <a:br>
              <a:rPr lang="en" sz="1200">
                <a:solidFill>
                  <a:schemeClr val="dk1"/>
                </a:solidFill>
              </a:rPr>
            </a:br>
            <a:br>
              <a:rPr lang="en" sz="1200">
                <a:solidFill>
                  <a:schemeClr val="dk1"/>
                </a:solidFill>
              </a:rPr>
            </a:br>
            <a:r>
              <a:rPr lang="en" sz="1200" b="1">
                <a:solidFill>
                  <a:schemeClr val="dk1"/>
                </a:solidFill>
              </a:rPr>
              <a:t> </a:t>
            </a:r>
            <a:endParaRPr sz="1100">
              <a:solidFill>
                <a:schemeClr val="dk1"/>
              </a:solidFill>
            </a:endParaRPr>
          </a:p>
          <a:p>
            <a:pPr marL="0" lvl="0" indent="0" algn="l" rtl="0">
              <a:spcBef>
                <a:spcPts val="1200"/>
              </a:spcBef>
              <a:spcAft>
                <a:spcPts val="1200"/>
              </a:spcAft>
              <a:buNone/>
            </a:pPr>
            <a:endParaRP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107"/>
        <p:cNvGrpSpPr/>
        <p:nvPr/>
      </p:nvGrpSpPr>
      <p:grpSpPr>
        <a:xfrm>
          <a:off x="0" y="0"/>
          <a:ext cx="0" cy="0"/>
          <a:chOff x="0" y="0"/>
          <a:chExt cx="0" cy="0"/>
        </a:xfrm>
      </p:grpSpPr>
      <p:sp>
        <p:nvSpPr>
          <p:cNvPr id="108" name="Google Shape;108;p22"/>
          <p:cNvSpPr txBox="1">
            <a:spLocks noGrp="1"/>
          </p:cNvSpPr>
          <p:nvPr>
            <p:ph type="title"/>
          </p:nvPr>
        </p:nvSpPr>
        <p:spPr>
          <a:xfrm>
            <a:off x="195550" y="167025"/>
            <a:ext cx="8759100" cy="590700"/>
          </a:xfrm>
          <a:prstGeom prst="rect">
            <a:avLst/>
          </a:prstGeom>
          <a:solidFill>
            <a:srgbClr val="2C5C7B"/>
          </a:solidFill>
        </p:spPr>
        <p:txBody>
          <a:bodyPr spcFirstLastPara="1" wrap="square" lIns="91425" tIns="91425" rIns="91425" bIns="91425" anchor="t" anchorCtr="0">
            <a:normAutofit fontScale="90000"/>
          </a:bodyPr>
          <a:lstStyle/>
          <a:p>
            <a:pPr marL="0" lvl="0" indent="0" algn="l" rtl="0">
              <a:spcBef>
                <a:spcPts val="0"/>
              </a:spcBef>
              <a:spcAft>
                <a:spcPts val="0"/>
              </a:spcAft>
              <a:buNone/>
            </a:pPr>
            <a:r>
              <a:rPr lang="en"/>
              <a:t>                      </a:t>
            </a:r>
            <a:r>
              <a:rPr lang="en" sz="2689" b="1">
                <a:solidFill>
                  <a:schemeClr val="lt1"/>
                </a:solidFill>
              </a:rPr>
              <a:t>GLOBAL COMMAND CENTRE</a:t>
            </a:r>
            <a:endParaRPr sz="2689" b="1">
              <a:solidFill>
                <a:schemeClr val="lt1"/>
              </a:solidFill>
            </a:endParaRPr>
          </a:p>
        </p:txBody>
      </p:sp>
      <p:sp>
        <p:nvSpPr>
          <p:cNvPr id="109" name="Google Shape;109;p22"/>
          <p:cNvSpPr txBox="1">
            <a:spLocks noGrp="1"/>
          </p:cNvSpPr>
          <p:nvPr>
            <p:ph type="body" idx="1"/>
          </p:nvPr>
        </p:nvSpPr>
        <p:spPr>
          <a:xfrm>
            <a:off x="195550" y="714925"/>
            <a:ext cx="2801100" cy="4320600"/>
          </a:xfrm>
          <a:prstGeom prst="rect">
            <a:avLst/>
          </a:prstGeom>
          <a:solidFill>
            <a:schemeClr val="lt1"/>
          </a:solidFill>
          <a:ln w="38100" cap="flat" cmpd="sng">
            <a:solidFill>
              <a:srgbClr val="2C5C7B"/>
            </a:solidFill>
            <a:prstDash val="solid"/>
            <a:round/>
            <a:headEnd type="none" w="sm" len="sm"/>
            <a:tailEnd type="none" w="sm" len="sm"/>
          </a:ln>
        </p:spPr>
        <p:txBody>
          <a:bodyPr spcFirstLastPara="1" wrap="square" lIns="91425" tIns="91425" rIns="91425" bIns="91425" anchor="t" anchorCtr="0">
            <a:normAutofit fontScale="62500" lnSpcReduction="20000"/>
          </a:bodyPr>
          <a:lstStyle/>
          <a:p>
            <a:pPr marL="0" lvl="0" indent="0" algn="l" rtl="0">
              <a:spcBef>
                <a:spcPts val="1200"/>
              </a:spcBef>
              <a:spcAft>
                <a:spcPts val="0"/>
              </a:spcAft>
              <a:buNone/>
            </a:pPr>
            <a:r>
              <a:rPr lang="en" sz="1887" b="1">
                <a:solidFill>
                  <a:schemeClr val="dk1"/>
                </a:solidFill>
              </a:rPr>
              <a:t>KEY INSIGHT:</a:t>
            </a:r>
            <a:endParaRPr sz="1887" b="1">
              <a:solidFill>
                <a:schemeClr val="dk1"/>
              </a:solidFill>
            </a:endParaRPr>
          </a:p>
          <a:p>
            <a:pPr marL="0" lvl="0" indent="0" algn="l" rtl="0">
              <a:spcBef>
                <a:spcPts val="1200"/>
              </a:spcBef>
              <a:spcAft>
                <a:spcPts val="0"/>
              </a:spcAft>
              <a:buNone/>
            </a:pPr>
            <a:r>
              <a:rPr lang="en" sz="1887">
                <a:solidFill>
                  <a:schemeClr val="dk1"/>
                </a:solidFill>
              </a:rPr>
              <a:t>The Global Sales Command Centre reveals that the business generates $12.49M in total sales across all markets, with Technology emerging as the top revenue-generating category at $4.69M. The Consumer segment dominates with 51.4% of total revenue, confirming that individual buyers are the most valuable customer group. However, despite strong sales performance, the net profit margin stands at only 11.86%, indicating that cost drivers such as discounting and logistics need to be addressed to convert revenue growth into sustainable profitability. </a:t>
            </a:r>
            <a:endParaRPr sz="1887">
              <a:solidFill>
                <a:schemeClr val="dk1"/>
              </a:solidFill>
            </a:endParaRPr>
          </a:p>
          <a:p>
            <a:pPr marL="0" lvl="0" indent="0" algn="l" rtl="0">
              <a:spcBef>
                <a:spcPts val="1800"/>
              </a:spcBef>
              <a:spcAft>
                <a:spcPts val="0"/>
              </a:spcAft>
              <a:buClr>
                <a:schemeClr val="dk1"/>
              </a:buClr>
              <a:buSzPct val="100000"/>
              <a:buFont typeface="Arial"/>
              <a:buNone/>
            </a:pPr>
            <a:endParaRPr sz="1100">
              <a:solidFill>
                <a:schemeClr val="dk1"/>
              </a:solidFill>
            </a:endParaRPr>
          </a:p>
          <a:p>
            <a:pPr marL="457200" lvl="0" indent="0" algn="l" rtl="0">
              <a:spcBef>
                <a:spcPts val="1200"/>
              </a:spcBef>
              <a:spcAft>
                <a:spcPts val="0"/>
              </a:spcAft>
              <a:buNone/>
            </a:pPr>
            <a:endParaRPr sz="1100">
              <a:solidFill>
                <a:schemeClr val="dk1"/>
              </a:solidFill>
            </a:endParaRPr>
          </a:p>
          <a:p>
            <a:pPr marL="0" lvl="0" indent="0" algn="l" rtl="0">
              <a:spcBef>
                <a:spcPts val="1400"/>
              </a:spcBef>
              <a:spcAft>
                <a:spcPts val="0"/>
              </a:spcAft>
              <a:buClr>
                <a:schemeClr val="dk1"/>
              </a:buClr>
              <a:buSzPct val="100000"/>
              <a:buFont typeface="Arial"/>
              <a:buNone/>
            </a:pPr>
            <a:endParaRPr sz="1100">
              <a:solidFill>
                <a:schemeClr val="dk1"/>
              </a:solidFill>
            </a:endParaRPr>
          </a:p>
          <a:p>
            <a:pPr marL="0" lvl="0" indent="0" algn="l" rtl="0">
              <a:spcBef>
                <a:spcPts val="400"/>
              </a:spcBef>
              <a:spcAft>
                <a:spcPts val="1200"/>
              </a:spcAft>
              <a:buNone/>
            </a:pPr>
            <a:endParaRPr/>
          </a:p>
        </p:txBody>
      </p:sp>
      <p:sp>
        <p:nvSpPr>
          <p:cNvPr id="110" name="Google Shape;110;p22"/>
          <p:cNvSpPr txBox="1"/>
          <p:nvPr/>
        </p:nvSpPr>
        <p:spPr>
          <a:xfrm>
            <a:off x="3454800" y="1104075"/>
            <a:ext cx="3939600" cy="4617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endParaRPr sz="1800">
              <a:solidFill>
                <a:schemeClr val="dk2"/>
              </a:solidFill>
            </a:endParaRPr>
          </a:p>
        </p:txBody>
      </p:sp>
      <p:sp>
        <p:nvSpPr>
          <p:cNvPr id="111" name="Google Shape;111;p22"/>
          <p:cNvSpPr txBox="1"/>
          <p:nvPr/>
        </p:nvSpPr>
        <p:spPr>
          <a:xfrm>
            <a:off x="4799250" y="1155000"/>
            <a:ext cx="4367400" cy="4617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endParaRPr sz="1800">
              <a:solidFill>
                <a:schemeClr val="dk2"/>
              </a:solidFill>
            </a:endParaRPr>
          </a:p>
        </p:txBody>
      </p:sp>
      <p:pic>
        <p:nvPicPr>
          <p:cNvPr id="112" name="Google Shape;112;p22" title="Global SS1.PNG"/>
          <p:cNvPicPr preferRelativeResize="0"/>
          <p:nvPr/>
        </p:nvPicPr>
        <p:blipFill>
          <a:blip r:embed="rId3">
            <a:alphaModFix/>
          </a:blip>
          <a:stretch>
            <a:fillRect/>
          </a:stretch>
        </p:blipFill>
        <p:spPr>
          <a:xfrm>
            <a:off x="3088125" y="798525"/>
            <a:ext cx="5866524" cy="4192575"/>
          </a:xfrm>
          <a:prstGeom prst="rect">
            <a:avLst/>
          </a:prstGeom>
          <a:noFill/>
          <a:ln>
            <a:noFill/>
          </a:ln>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116"/>
        <p:cNvGrpSpPr/>
        <p:nvPr/>
      </p:nvGrpSpPr>
      <p:grpSpPr>
        <a:xfrm>
          <a:off x="0" y="0"/>
          <a:ext cx="0" cy="0"/>
          <a:chOff x="0" y="0"/>
          <a:chExt cx="0" cy="0"/>
        </a:xfrm>
      </p:grpSpPr>
      <p:sp>
        <p:nvSpPr>
          <p:cNvPr id="117" name="Google Shape;117;p23"/>
          <p:cNvSpPr txBox="1">
            <a:spLocks noGrp="1"/>
          </p:cNvSpPr>
          <p:nvPr>
            <p:ph type="title"/>
          </p:nvPr>
        </p:nvSpPr>
        <p:spPr>
          <a:xfrm>
            <a:off x="-25" y="187425"/>
            <a:ext cx="9144000" cy="621300"/>
          </a:xfrm>
          <a:prstGeom prst="rect">
            <a:avLst/>
          </a:prstGeom>
          <a:solidFill>
            <a:srgbClr val="2C5C7B"/>
          </a:solidFill>
        </p:spPr>
        <p:txBody>
          <a:bodyPr spcFirstLastPara="1" wrap="square" lIns="91425" tIns="91425" rIns="91425" bIns="91425" anchor="t" anchorCtr="0">
            <a:normAutofit/>
          </a:bodyPr>
          <a:lstStyle/>
          <a:p>
            <a:pPr marL="0" lvl="0" indent="0" algn="l" rtl="0">
              <a:lnSpc>
                <a:spcPct val="115000"/>
              </a:lnSpc>
              <a:spcBef>
                <a:spcPts val="1200"/>
              </a:spcBef>
              <a:spcAft>
                <a:spcPts val="1200"/>
              </a:spcAft>
              <a:buClr>
                <a:schemeClr val="dk1"/>
              </a:buClr>
              <a:buSzPts val="1100"/>
              <a:buFont typeface="Arial"/>
              <a:buNone/>
            </a:pPr>
            <a:r>
              <a:rPr lang="en" sz="1900" b="1"/>
              <a:t>                                    </a:t>
            </a:r>
            <a:r>
              <a:rPr lang="en" sz="2411" b="1">
                <a:solidFill>
                  <a:schemeClr val="lt1"/>
                </a:solidFill>
              </a:rPr>
              <a:t>PROFITABILITY DEEP-DIVE</a:t>
            </a:r>
            <a:endParaRPr sz="3811" b="1">
              <a:solidFill>
                <a:schemeClr val="lt1"/>
              </a:solidFill>
            </a:endParaRPr>
          </a:p>
        </p:txBody>
      </p:sp>
      <p:sp>
        <p:nvSpPr>
          <p:cNvPr id="118" name="Google Shape;118;p23"/>
          <p:cNvSpPr txBox="1">
            <a:spLocks noGrp="1"/>
          </p:cNvSpPr>
          <p:nvPr>
            <p:ph type="body" idx="1"/>
          </p:nvPr>
        </p:nvSpPr>
        <p:spPr>
          <a:xfrm>
            <a:off x="74975" y="808700"/>
            <a:ext cx="3359400" cy="4334700"/>
          </a:xfrm>
          <a:prstGeom prst="rect">
            <a:avLst/>
          </a:prstGeom>
          <a:solidFill>
            <a:schemeClr val="lt1"/>
          </a:solidFill>
          <a:ln w="38100" cap="flat" cmpd="sng">
            <a:solidFill>
              <a:srgbClr val="2C5C7B"/>
            </a:solidFill>
            <a:prstDash val="solid"/>
            <a:round/>
            <a:headEnd type="none" w="sm" len="sm"/>
            <a:tailEnd type="none" w="sm" len="sm"/>
          </a:ln>
        </p:spPr>
        <p:txBody>
          <a:bodyPr spcFirstLastPara="1" wrap="square" lIns="91425" tIns="91425" rIns="91425" bIns="91425" anchor="t" anchorCtr="0">
            <a:normAutofit/>
          </a:bodyPr>
          <a:lstStyle/>
          <a:p>
            <a:pPr marL="0" lvl="0" indent="0" algn="l" rtl="0">
              <a:lnSpc>
                <a:spcPct val="95000"/>
              </a:lnSpc>
              <a:spcBef>
                <a:spcPts val="0"/>
              </a:spcBef>
              <a:spcAft>
                <a:spcPts val="0"/>
              </a:spcAft>
              <a:buSzPts val="935"/>
              <a:buNone/>
            </a:pPr>
            <a:r>
              <a:rPr lang="en" sz="1130" b="1">
                <a:solidFill>
                  <a:srgbClr val="000000"/>
                </a:solidFill>
              </a:rPr>
              <a:t>KEY INSIGHT:</a:t>
            </a:r>
            <a:endParaRPr sz="1130" b="1">
              <a:solidFill>
                <a:srgbClr val="000000"/>
              </a:solidFill>
            </a:endParaRPr>
          </a:p>
          <a:p>
            <a:pPr marL="0" lvl="0" indent="0" algn="l" rtl="0">
              <a:lnSpc>
                <a:spcPct val="95000"/>
              </a:lnSpc>
              <a:spcBef>
                <a:spcPts val="1200"/>
              </a:spcBef>
              <a:spcAft>
                <a:spcPts val="1200"/>
              </a:spcAft>
              <a:buSzPts val="935"/>
              <a:buNone/>
            </a:pPr>
            <a:r>
              <a:rPr lang="en" sz="1230">
                <a:solidFill>
                  <a:srgbClr val="000000"/>
                </a:solidFill>
              </a:rPr>
              <a:t>The Profitability Deep-Dive exposes a clear relationship between excessive discounting and profit loss, with tables being the single most loss-making sub-category due to an average discount of ~29%. In contrast, Copiers ($259K) and Phones ($216K) stand out as the strongest profit contributors, demonstrating that disciplined pricing in the Technology category drives the best margins. Several products in the Top 20 chart are also generating negative profit, requiring immediate review and intervention to prevent further erosion of the company's bottom line. </a:t>
            </a:r>
            <a:endParaRPr sz="1230"/>
          </a:p>
        </p:txBody>
      </p:sp>
      <p:pic>
        <p:nvPicPr>
          <p:cNvPr id="119" name="Google Shape;119;p23" title="Global SS2.PNG1.PNG"/>
          <p:cNvPicPr preferRelativeResize="0"/>
          <p:nvPr/>
        </p:nvPicPr>
        <p:blipFill>
          <a:blip r:embed="rId3">
            <a:alphaModFix/>
          </a:blip>
          <a:stretch>
            <a:fillRect/>
          </a:stretch>
        </p:blipFill>
        <p:spPr>
          <a:xfrm>
            <a:off x="3485075" y="808725"/>
            <a:ext cx="5658923" cy="4334699"/>
          </a:xfrm>
          <a:prstGeom prst="rect">
            <a:avLst/>
          </a:prstGeom>
          <a:noFill/>
          <a:ln>
            <a:noFill/>
          </a:ln>
        </p:spPr>
      </p:pic>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123"/>
        <p:cNvGrpSpPr/>
        <p:nvPr/>
      </p:nvGrpSpPr>
      <p:grpSpPr>
        <a:xfrm>
          <a:off x="0" y="0"/>
          <a:ext cx="0" cy="0"/>
          <a:chOff x="0" y="0"/>
          <a:chExt cx="0" cy="0"/>
        </a:xfrm>
      </p:grpSpPr>
      <p:sp>
        <p:nvSpPr>
          <p:cNvPr id="124" name="Google Shape;124;p24"/>
          <p:cNvSpPr txBox="1">
            <a:spLocks noGrp="1"/>
          </p:cNvSpPr>
          <p:nvPr>
            <p:ph type="title"/>
          </p:nvPr>
        </p:nvSpPr>
        <p:spPr>
          <a:xfrm>
            <a:off x="218600" y="0"/>
            <a:ext cx="8925300" cy="596100"/>
          </a:xfrm>
          <a:prstGeom prst="rect">
            <a:avLst/>
          </a:prstGeom>
          <a:solidFill>
            <a:srgbClr val="2C5C7B"/>
          </a:solidFill>
        </p:spPr>
        <p:txBody>
          <a:bodyPr spcFirstLastPara="1" wrap="square" lIns="91425" tIns="91425" rIns="91425" bIns="91425" anchor="t" anchorCtr="0">
            <a:normAutofit/>
          </a:bodyPr>
          <a:lstStyle/>
          <a:p>
            <a:pPr marL="0" lvl="0" indent="0" algn="l" rtl="0">
              <a:lnSpc>
                <a:spcPct val="115000"/>
              </a:lnSpc>
              <a:spcBef>
                <a:spcPts val="1200"/>
              </a:spcBef>
              <a:spcAft>
                <a:spcPts val="1200"/>
              </a:spcAft>
              <a:buClr>
                <a:schemeClr val="dk1"/>
              </a:buClr>
              <a:buSzPts val="1100"/>
              <a:buFont typeface="Arial"/>
              <a:buNone/>
            </a:pPr>
            <a:r>
              <a:rPr lang="en" sz="2000" b="1">
                <a:solidFill>
                  <a:schemeClr val="lt1"/>
                </a:solidFill>
              </a:rPr>
              <a:t>                                      OPERATIONS AND TREND   </a:t>
            </a:r>
            <a:r>
              <a:rPr lang="en" sz="1800" b="1"/>
              <a:t>                     </a:t>
            </a:r>
            <a:endParaRPr sz="3900" b="1">
              <a:solidFill>
                <a:schemeClr val="lt1"/>
              </a:solidFill>
            </a:endParaRPr>
          </a:p>
        </p:txBody>
      </p:sp>
      <p:sp>
        <p:nvSpPr>
          <p:cNvPr id="125" name="Google Shape;125;p24"/>
          <p:cNvSpPr txBox="1">
            <a:spLocks noGrp="1"/>
          </p:cNvSpPr>
          <p:nvPr>
            <p:ph type="body" idx="1"/>
          </p:nvPr>
        </p:nvSpPr>
        <p:spPr>
          <a:xfrm>
            <a:off x="218600" y="596050"/>
            <a:ext cx="3078900" cy="4547400"/>
          </a:xfrm>
          <a:prstGeom prst="rect">
            <a:avLst/>
          </a:prstGeom>
          <a:solidFill>
            <a:schemeClr val="lt1"/>
          </a:solidFill>
          <a:ln w="38100" cap="flat" cmpd="sng">
            <a:solidFill>
              <a:srgbClr val="2C5C7B"/>
            </a:solidFill>
            <a:prstDash val="solid"/>
            <a:round/>
            <a:headEnd type="none" w="sm" len="sm"/>
            <a:tailEnd type="none" w="sm" len="sm"/>
          </a:ln>
        </p:spPr>
        <p:txBody>
          <a:bodyPr spcFirstLastPara="1" wrap="square" lIns="91425" tIns="91425" rIns="91425" bIns="91425" anchor="t" anchorCtr="0">
            <a:normAutofit fontScale="55000"/>
          </a:bodyPr>
          <a:lstStyle/>
          <a:p>
            <a:pPr marL="0" lvl="0" indent="0" algn="l" rtl="0">
              <a:spcBef>
                <a:spcPts val="1200"/>
              </a:spcBef>
              <a:spcAft>
                <a:spcPts val="0"/>
              </a:spcAft>
              <a:buClr>
                <a:schemeClr val="dk1"/>
              </a:buClr>
              <a:buFont typeface="Arial"/>
              <a:buNone/>
            </a:pPr>
            <a:r>
              <a:rPr lang="en" sz="2474">
                <a:solidFill>
                  <a:schemeClr val="dk1"/>
                </a:solidFill>
              </a:rPr>
              <a:t>The Operations and Trends dashboard shows consistent year-on-year revenue growth from 2011 to 2014, yet profit growth has not kept pace, suggesting that rising operational costs are offsetting sales gains. Standard Class shipping, which handles the largest order volume at 2,598 orders, averages 5–7 days to deliver — posing a risk to customer satisfaction if not improved. Regionally, APAC consistently outperforms all other markets, reaching $417K in Q4 2014 alone, making it the most strategic region for future inventory planning and marketing investment. </a:t>
            </a:r>
            <a:endParaRPr sz="2474">
              <a:solidFill>
                <a:schemeClr val="dk1"/>
              </a:solidFill>
            </a:endParaRPr>
          </a:p>
          <a:p>
            <a:pPr marL="0" lvl="0" indent="0" algn="l" rtl="0">
              <a:spcBef>
                <a:spcPts val="1200"/>
              </a:spcBef>
              <a:spcAft>
                <a:spcPts val="1200"/>
              </a:spcAft>
              <a:buNone/>
            </a:pPr>
            <a:endParaRPr/>
          </a:p>
        </p:txBody>
      </p:sp>
      <p:pic>
        <p:nvPicPr>
          <p:cNvPr id="126" name="Google Shape;126;p24" title="Global SS3.PNG"/>
          <p:cNvPicPr preferRelativeResize="0"/>
          <p:nvPr/>
        </p:nvPicPr>
        <p:blipFill>
          <a:blip r:embed="rId3">
            <a:alphaModFix/>
          </a:blip>
          <a:stretch>
            <a:fillRect/>
          </a:stretch>
        </p:blipFill>
        <p:spPr>
          <a:xfrm>
            <a:off x="3383500" y="596100"/>
            <a:ext cx="5648824" cy="4547401"/>
          </a:xfrm>
          <a:prstGeom prst="rect">
            <a:avLst/>
          </a:prstGeom>
          <a:noFill/>
          <a:ln>
            <a:noFill/>
          </a:ln>
        </p:spPr>
      </p:pic>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130"/>
        <p:cNvGrpSpPr/>
        <p:nvPr/>
      </p:nvGrpSpPr>
      <p:grpSpPr>
        <a:xfrm>
          <a:off x="0" y="0"/>
          <a:ext cx="0" cy="0"/>
          <a:chOff x="0" y="0"/>
          <a:chExt cx="0" cy="0"/>
        </a:xfrm>
      </p:grpSpPr>
      <p:sp>
        <p:nvSpPr>
          <p:cNvPr id="131" name="Google Shape;131;p25"/>
          <p:cNvSpPr txBox="1">
            <a:spLocks noGrp="1"/>
          </p:cNvSpPr>
          <p:nvPr>
            <p:ph type="title"/>
          </p:nvPr>
        </p:nvSpPr>
        <p:spPr>
          <a:xfrm>
            <a:off x="0" y="0"/>
            <a:ext cx="9144000" cy="411600"/>
          </a:xfrm>
          <a:prstGeom prst="rect">
            <a:avLst/>
          </a:prstGeom>
          <a:solidFill>
            <a:srgbClr val="2C5C7B"/>
          </a:solidFill>
          <a:ln w="38100" cap="flat" cmpd="sng">
            <a:solidFill>
              <a:srgbClr val="2C5C7B"/>
            </a:solidFill>
            <a:prstDash val="solid"/>
            <a:round/>
            <a:headEnd type="none" w="sm" len="sm"/>
            <a:tailEnd type="none" w="sm" len="sm"/>
          </a:ln>
        </p:spPr>
        <p:txBody>
          <a:bodyPr spcFirstLastPara="1" wrap="square" lIns="91425" tIns="91425" rIns="91425" bIns="91425" anchor="t" anchorCtr="0">
            <a:normAutofit fontScale="90000"/>
          </a:bodyPr>
          <a:lstStyle/>
          <a:p>
            <a:pPr marL="0" lvl="0" indent="0" algn="l" rtl="0">
              <a:spcBef>
                <a:spcPts val="0"/>
              </a:spcBef>
              <a:spcAft>
                <a:spcPts val="0"/>
              </a:spcAft>
              <a:buSzPct val="42672"/>
              <a:buNone/>
            </a:pPr>
            <a:r>
              <a:rPr lang="en" sz="2320" b="1"/>
              <a:t>                                              </a:t>
            </a:r>
            <a:r>
              <a:rPr lang="en" sz="2320" b="1">
                <a:solidFill>
                  <a:schemeClr val="lt1"/>
                </a:solidFill>
              </a:rPr>
              <a:t>KEY FINDINGS</a:t>
            </a:r>
            <a:endParaRPr sz="2320" b="1">
              <a:solidFill>
                <a:schemeClr val="lt1"/>
              </a:solidFill>
            </a:endParaRPr>
          </a:p>
        </p:txBody>
      </p:sp>
      <p:sp>
        <p:nvSpPr>
          <p:cNvPr id="132" name="Google Shape;132;p25"/>
          <p:cNvSpPr txBox="1">
            <a:spLocks noGrp="1"/>
          </p:cNvSpPr>
          <p:nvPr>
            <p:ph type="body" idx="1"/>
          </p:nvPr>
        </p:nvSpPr>
        <p:spPr>
          <a:xfrm>
            <a:off x="125" y="411600"/>
            <a:ext cx="9144000" cy="4998900"/>
          </a:xfrm>
          <a:prstGeom prst="rect">
            <a:avLst/>
          </a:prstGeom>
          <a:solidFill>
            <a:schemeClr val="lt1"/>
          </a:solidFill>
          <a:ln w="38100" cap="flat" cmpd="sng">
            <a:solidFill>
              <a:srgbClr val="2C5C7B"/>
            </a:solidFill>
            <a:prstDash val="solid"/>
            <a:round/>
            <a:headEnd type="none" w="sm" len="sm"/>
            <a:tailEnd type="none" w="sm" len="sm"/>
          </a:ln>
        </p:spPr>
        <p:txBody>
          <a:bodyPr spcFirstLastPara="1" wrap="square" lIns="91425" tIns="91425" rIns="0" bIns="91425" anchor="t" anchorCtr="0">
            <a:noAutofit/>
          </a:bodyPr>
          <a:lstStyle/>
          <a:p>
            <a:pPr marL="0" lvl="0" indent="0" algn="l" rtl="0">
              <a:spcBef>
                <a:spcPts val="1200"/>
              </a:spcBef>
              <a:spcAft>
                <a:spcPts val="1200"/>
              </a:spcAft>
              <a:buSzPts val="1100"/>
              <a:buNone/>
            </a:pPr>
            <a:r>
              <a:rPr lang="en" sz="1400">
                <a:solidFill>
                  <a:schemeClr val="dk1"/>
                </a:solidFill>
              </a:rPr>
              <a:t>Global Superstore is doing well in terms of sales, bringing in over $12 million largely from technology products and everyday consumers, but the business is not keeping as much money as it should because too many products are being sold at heavy discounts, delivery is slower than it needs to be, and the company is leaning too heavily on one type of customer all of which are quietly eating into profits and need to be fixed to keep the business growing healthily. </a:t>
            </a:r>
            <a:endParaRPr sz="1400">
              <a:solidFill>
                <a:schemeClr val="dk1"/>
              </a:solidFill>
            </a:endParaRP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136"/>
        <p:cNvGrpSpPr/>
        <p:nvPr/>
      </p:nvGrpSpPr>
      <p:grpSpPr>
        <a:xfrm>
          <a:off x="0" y="0"/>
          <a:ext cx="0" cy="0"/>
          <a:chOff x="0" y="0"/>
          <a:chExt cx="0" cy="0"/>
        </a:xfrm>
      </p:grpSpPr>
      <p:sp>
        <p:nvSpPr>
          <p:cNvPr id="137" name="Google Shape;137;p26"/>
          <p:cNvSpPr txBox="1">
            <a:spLocks noGrp="1"/>
          </p:cNvSpPr>
          <p:nvPr>
            <p:ph type="title"/>
          </p:nvPr>
        </p:nvSpPr>
        <p:spPr>
          <a:xfrm>
            <a:off x="0" y="0"/>
            <a:ext cx="9144000" cy="411600"/>
          </a:xfrm>
          <a:prstGeom prst="rect">
            <a:avLst/>
          </a:prstGeom>
          <a:solidFill>
            <a:srgbClr val="2C5C7B"/>
          </a:solidFill>
          <a:ln w="38100" cap="flat" cmpd="sng">
            <a:solidFill>
              <a:srgbClr val="2C5C7B"/>
            </a:solidFill>
            <a:prstDash val="solid"/>
            <a:round/>
            <a:headEnd type="none" w="sm" len="sm"/>
            <a:tailEnd type="none" w="sm" len="sm"/>
          </a:ln>
        </p:spPr>
        <p:txBody>
          <a:bodyPr spcFirstLastPara="1" wrap="square" lIns="91425" tIns="91425" rIns="91425" bIns="91425" anchor="t" anchorCtr="0">
            <a:normAutofit fontScale="90000"/>
          </a:bodyPr>
          <a:lstStyle/>
          <a:p>
            <a:pPr marL="0" lvl="0" indent="0" algn="l" rtl="0">
              <a:spcBef>
                <a:spcPts val="0"/>
              </a:spcBef>
              <a:spcAft>
                <a:spcPts val="0"/>
              </a:spcAft>
              <a:buSzPct val="42672"/>
              <a:buNone/>
            </a:pPr>
            <a:r>
              <a:rPr lang="en" sz="2320" b="1"/>
              <a:t>                                         </a:t>
            </a:r>
            <a:r>
              <a:rPr lang="en" sz="2320" b="1">
                <a:solidFill>
                  <a:schemeClr val="lt1"/>
                </a:solidFill>
              </a:rPr>
              <a:t>BUSINESS ANALYSIS</a:t>
            </a:r>
            <a:endParaRPr sz="2320" b="1">
              <a:solidFill>
                <a:schemeClr val="lt1"/>
              </a:solidFill>
            </a:endParaRPr>
          </a:p>
        </p:txBody>
      </p:sp>
      <p:sp>
        <p:nvSpPr>
          <p:cNvPr id="138" name="Google Shape;138;p26"/>
          <p:cNvSpPr txBox="1">
            <a:spLocks noGrp="1"/>
          </p:cNvSpPr>
          <p:nvPr>
            <p:ph type="body" idx="1"/>
          </p:nvPr>
        </p:nvSpPr>
        <p:spPr>
          <a:xfrm>
            <a:off x="125" y="411599"/>
            <a:ext cx="9144000" cy="5255553"/>
          </a:xfrm>
          <a:prstGeom prst="rect">
            <a:avLst/>
          </a:prstGeom>
          <a:solidFill>
            <a:schemeClr val="lt1"/>
          </a:solidFill>
          <a:ln w="38100" cap="flat" cmpd="sng">
            <a:solidFill>
              <a:srgbClr val="2C5C7B"/>
            </a:solidFill>
            <a:prstDash val="solid"/>
            <a:round/>
            <a:headEnd type="none" w="sm" len="sm"/>
            <a:tailEnd type="none" w="sm" len="sm"/>
          </a:ln>
        </p:spPr>
        <p:txBody>
          <a:bodyPr spcFirstLastPara="1" wrap="square" lIns="91425" tIns="91425" rIns="0" bIns="91425" anchor="t" anchorCtr="0">
            <a:noAutofit/>
          </a:bodyPr>
          <a:lstStyle/>
          <a:p>
            <a:pPr marL="0" lvl="0" indent="0" algn="l" rtl="0">
              <a:spcBef>
                <a:spcPts val="1200"/>
              </a:spcBef>
              <a:spcAft>
                <a:spcPts val="0"/>
              </a:spcAft>
              <a:buClr>
                <a:schemeClr val="dk1"/>
              </a:buClr>
              <a:buSzPts val="1100"/>
              <a:buFont typeface="Arial"/>
              <a:buNone/>
            </a:pPr>
            <a:r>
              <a:rPr lang="en" sz="1000" dirty="0">
                <a:solidFill>
                  <a:schemeClr val="dk1"/>
                </a:solidFill>
              </a:rPr>
              <a:t>The Global Superstore analysis reveals a business with strong revenue generation capabilities, achieving total sales of $12.49 million across multiple markets and customer segments. The Consumer segment contributes more than half of total revenue (51.4%), highlighting the importance of individual customers to the company's overall success. Technology is the strongest-performing category, generating $4.69 million in sales and reinforcing its position as the primary driver of business growth.</a:t>
            </a:r>
            <a:endParaRPr sz="1000" dirty="0">
              <a:solidFill>
                <a:schemeClr val="dk1"/>
              </a:solidFill>
            </a:endParaRPr>
          </a:p>
          <a:p>
            <a:pPr marL="0" lvl="0" indent="0" algn="l" rtl="0">
              <a:spcBef>
                <a:spcPts val="1200"/>
              </a:spcBef>
              <a:spcAft>
                <a:spcPts val="0"/>
              </a:spcAft>
              <a:buClr>
                <a:schemeClr val="dk1"/>
              </a:buClr>
              <a:buSzPts val="1100"/>
              <a:buFont typeface="Arial"/>
              <a:buNone/>
            </a:pPr>
            <a:r>
              <a:rPr lang="en" sz="1000" dirty="0">
                <a:solidFill>
                  <a:schemeClr val="dk1"/>
                </a:solidFill>
              </a:rPr>
              <a:t>Despite impressive sales performance, profitability remains a key challenge. The company maintains a profit margin of 11.86%, suggesting that a significant portion of revenue is being absorbed by discounts, shipping expenses, and operational costs. Further analysis shows that excessive discounting is one of the major contributors to reduced profitability.</a:t>
            </a:r>
            <a:endParaRPr sz="1000" dirty="0">
              <a:solidFill>
                <a:schemeClr val="dk1"/>
              </a:solidFill>
            </a:endParaRPr>
          </a:p>
          <a:p>
            <a:pPr marL="0" lvl="0" indent="0" algn="l" rtl="0">
              <a:spcBef>
                <a:spcPts val="1200"/>
              </a:spcBef>
              <a:spcAft>
                <a:spcPts val="0"/>
              </a:spcAft>
              <a:buClr>
                <a:schemeClr val="dk1"/>
              </a:buClr>
              <a:buSzPts val="1100"/>
              <a:buFont typeface="Arial"/>
              <a:buNone/>
            </a:pPr>
            <a:r>
              <a:rPr lang="en" sz="1000" dirty="0">
                <a:solidFill>
                  <a:schemeClr val="dk1"/>
                </a:solidFill>
              </a:rPr>
              <a:t>The profitability dashboard highlights a substantial difference in performance across product categories. While products such as Copiers and Phones generate the highest profit contributions, the Tables sub-category consistently records losses due to heavy discounting, averaging approximately 29%. This indicates that strong sales alone do not guarantee profitability. Several products within the top-selling product group are also generating negative profit, demonstrating the need for closer monitoring of pricing strategies and product-level performance.</a:t>
            </a:r>
            <a:endParaRPr sz="1000" dirty="0">
              <a:solidFill>
                <a:schemeClr val="dk1"/>
              </a:solidFill>
            </a:endParaRPr>
          </a:p>
          <a:p>
            <a:pPr marL="0" lvl="0" indent="0" algn="l" rtl="0">
              <a:spcBef>
                <a:spcPts val="1200"/>
              </a:spcBef>
              <a:spcAft>
                <a:spcPts val="0"/>
              </a:spcAft>
              <a:buClr>
                <a:schemeClr val="dk1"/>
              </a:buClr>
              <a:buSzPts val="1100"/>
              <a:buFont typeface="Arial"/>
              <a:buNone/>
            </a:pPr>
            <a:r>
              <a:rPr lang="en" sz="1000" dirty="0">
                <a:solidFill>
                  <a:schemeClr val="dk1"/>
                </a:solidFill>
              </a:rPr>
              <a:t>These findings suggest that future growth should focus not only on increasing sales but also on improving profit margins through better discount management, optimized pricing strategies, and stronger focus on high-margin products.</a:t>
            </a:r>
            <a:endParaRPr sz="1000" dirty="0">
              <a:solidFill>
                <a:schemeClr val="dk1"/>
              </a:solidFill>
            </a:endParaRPr>
          </a:p>
          <a:p>
            <a:pPr marL="0" lvl="0" indent="0" algn="l" rtl="0">
              <a:spcBef>
                <a:spcPts val="1200"/>
              </a:spcBef>
              <a:spcAft>
                <a:spcPts val="0"/>
              </a:spcAft>
              <a:buClr>
                <a:schemeClr val="dk1"/>
              </a:buClr>
              <a:buSzPts val="1100"/>
              <a:buFont typeface="Arial"/>
              <a:buNone/>
            </a:pPr>
            <a:r>
              <a:rPr lang="en" sz="1000" dirty="0">
                <a:solidFill>
                  <a:schemeClr val="dk1"/>
                </a:solidFill>
              </a:rPr>
              <a:t>The business has experienced steady growth over the years, showing that customer demand remains strong. However, profits have not increased at the same rate as sales, suggesting that rising operating and delivery costs may be reducing overall business performance.</a:t>
            </a:r>
            <a:endParaRPr sz="1000" dirty="0">
              <a:solidFill>
                <a:schemeClr val="dk1"/>
              </a:solidFill>
            </a:endParaRPr>
          </a:p>
          <a:p>
            <a:pPr marL="0" lvl="0" indent="0" algn="l" rtl="0">
              <a:spcBef>
                <a:spcPts val="1200"/>
              </a:spcBef>
              <a:spcAft>
                <a:spcPts val="0"/>
              </a:spcAft>
              <a:buClr>
                <a:schemeClr val="dk1"/>
              </a:buClr>
              <a:buSzPts val="1100"/>
              <a:buFont typeface="Arial"/>
              <a:buNone/>
            </a:pPr>
            <a:r>
              <a:rPr lang="en" sz="1000" dirty="0">
                <a:solidFill>
                  <a:schemeClr val="dk1"/>
                </a:solidFill>
              </a:rPr>
              <a:t>Delivery performance remains an important part of the customer experience. Most orders are shipped using Standard Class delivery, which takes between five and seven days on average. As order volumes continue to grow, improving delivery efficiency could help increase customer satisfaction and encourage repeat purchases.</a:t>
            </a:r>
            <a:endParaRPr sz="1000" dirty="0">
              <a:solidFill>
                <a:schemeClr val="dk1"/>
              </a:solidFill>
            </a:endParaRPr>
          </a:p>
          <a:p>
            <a:pPr marL="0" lvl="0" indent="0" algn="l" rtl="0">
              <a:spcBef>
                <a:spcPts val="1200"/>
              </a:spcBef>
              <a:spcAft>
                <a:spcPts val="0"/>
              </a:spcAft>
              <a:buClr>
                <a:schemeClr val="dk1"/>
              </a:buClr>
              <a:buSzPts val="1100"/>
              <a:buFont typeface="Arial"/>
              <a:buNone/>
            </a:pPr>
            <a:r>
              <a:rPr lang="en" sz="1000" dirty="0">
                <a:solidFill>
                  <a:schemeClr val="dk1"/>
                </a:solidFill>
              </a:rPr>
              <a:t>The Asia-Pacific (APAC) region stands out as the company's strongest market, consistently generating the highest sales among all regions. This presents a valuable opportunity for the business to invest more heavily in inventory, marketing, and customer acquisition efforts within the region.</a:t>
            </a:r>
            <a:endParaRPr sz="1000" dirty="0">
              <a:solidFill>
                <a:schemeClr val="dk1"/>
              </a:solidFill>
            </a:endParaRPr>
          </a:p>
          <a:p>
            <a:pPr marL="0" lvl="0" indent="0" algn="l" rtl="0">
              <a:spcBef>
                <a:spcPts val="1200"/>
              </a:spcBef>
              <a:spcAft>
                <a:spcPts val="0"/>
              </a:spcAft>
              <a:buClr>
                <a:schemeClr val="dk1"/>
              </a:buClr>
              <a:buSzPts val="1100"/>
              <a:buFont typeface="Arial"/>
              <a:buNone/>
            </a:pPr>
            <a:r>
              <a:rPr lang="en" sz="1000" dirty="0">
                <a:solidFill>
                  <a:schemeClr val="dk1"/>
                </a:solidFill>
              </a:rPr>
              <a:t>Overall, the company is in a strong position for future growth. By improving profitability, reducing losses on underperforming products, enhancing delivery performance, and investing in high-performing markets, the business can strengthen its financial performance and continue expanding successfully.</a:t>
            </a:r>
            <a:endParaRPr sz="1000" dirty="0">
              <a:solidFill>
                <a:schemeClr val="dk1"/>
              </a:solidFill>
            </a:endParaRPr>
          </a:p>
          <a:p>
            <a:pPr marL="0" lvl="0" indent="0" algn="l" rtl="0">
              <a:spcBef>
                <a:spcPts val="1200"/>
              </a:spcBef>
              <a:spcAft>
                <a:spcPts val="1200"/>
              </a:spcAft>
              <a:buSzPts val="1100"/>
              <a:buNone/>
            </a:pPr>
            <a:endParaRPr sz="1000" dirty="0">
              <a:solidFill>
                <a:schemeClr val="dk1"/>
              </a:solidFill>
            </a:endParaRPr>
          </a:p>
        </p:txBody>
      </p:sp>
    </p:spTree>
  </p:cSld>
  <p:clrMapOvr>
    <a:masterClrMapping/>
  </p:clrMapOvr>
</p:sld>
</file>

<file path=ppt/theme/theme1.xml><?xml version="1.0" encoding="utf-8"?>
<a:theme xmlns:a="http://schemas.openxmlformats.org/drawingml/2006/main"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1272</Words>
  <Application>Microsoft Office PowerPoint</Application>
  <PresentationFormat>On-screen Show (16:9)</PresentationFormat>
  <Paragraphs>80</Paragraphs>
  <Slides>14</Slides>
  <Notes>14</Notes>
  <HiddenSlides>0</HiddenSlides>
  <MMClips>0</MMClips>
  <ScaleCrop>false</ScaleCrop>
  <HeadingPairs>
    <vt:vector size="6" baseType="variant">
      <vt:variant>
        <vt:lpstr>Fonts Used</vt:lpstr>
      </vt:variant>
      <vt:variant>
        <vt:i4>1</vt:i4>
      </vt:variant>
      <vt:variant>
        <vt:lpstr>Theme</vt:lpstr>
      </vt:variant>
      <vt:variant>
        <vt:i4>1</vt:i4>
      </vt:variant>
      <vt:variant>
        <vt:lpstr>Slide Titles</vt:lpstr>
      </vt:variant>
      <vt:variant>
        <vt:i4>14</vt:i4>
      </vt:variant>
    </vt:vector>
  </HeadingPairs>
  <TitlesOfParts>
    <vt:vector size="16" baseType="lpstr">
      <vt:lpstr>Arial</vt:lpstr>
      <vt:lpstr>Simple Light</vt:lpstr>
      <vt:lpstr>                      DAHEL TECHNOLOGY                               DATA ANALYTICS INTERNSHIP PROJECT                                    JANUARY COHORT  GROUP 2</vt:lpstr>
      <vt:lpstr>                                  PROJECT TEAM MEMBERS</vt:lpstr>
      <vt:lpstr>                                                                        DAHEL DATA ANALYTICS CAPSTONE PROJECT(JANUARY COHORT)</vt:lpstr>
      <vt:lpstr>                            GLOBAL SUPERSTORES   </vt:lpstr>
      <vt:lpstr>                           BUSINESS PROBLEM</vt:lpstr>
      <vt:lpstr>                             PROJECT OBJECTIVES</vt:lpstr>
      <vt:lpstr>                             PROJECT APPROACH</vt:lpstr>
      <vt:lpstr>                                                  ANALYSIS TOOL</vt:lpstr>
      <vt:lpstr>                                DASHBOARDS</vt:lpstr>
      <vt:lpstr>                      GLOBAL COMMAND CENTRE</vt:lpstr>
      <vt:lpstr>                                    PROFITABILITY DEEP-DIVE</vt:lpstr>
      <vt:lpstr>                                      OPERATIONS AND TREND                        </vt:lpstr>
      <vt:lpstr>                                              KEY FINDINGS</vt:lpstr>
      <vt:lpstr>                                         BUSINESS ANALYSIS</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cp:lastModifiedBy>LOVE EKA</cp:lastModifiedBy>
  <cp:revision>1</cp:revision>
  <dcterms:modified xsi:type="dcterms:W3CDTF">2026-06-08T22:33:40Z</dcterms:modified>
</cp:coreProperties>
</file>